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87" r:id="rId10"/>
    <p:sldId id="279" r:id="rId11"/>
    <p:sldId id="265" r:id="rId12"/>
    <p:sldId id="267" r:id="rId13"/>
    <p:sldId id="266" r:id="rId14"/>
    <p:sldId id="268" r:id="rId15"/>
    <p:sldId id="269" r:id="rId16"/>
    <p:sldId id="270" r:id="rId17"/>
    <p:sldId id="271" r:id="rId18"/>
    <p:sldId id="272" r:id="rId19"/>
    <p:sldId id="273" r:id="rId20"/>
    <p:sldId id="278" r:id="rId21"/>
    <p:sldId id="284" r:id="rId22"/>
    <p:sldId id="285" r:id="rId23"/>
    <p:sldId id="286" r:id="rId24"/>
    <p:sldId id="282" r:id="rId25"/>
    <p:sldId id="283" r:id="rId26"/>
    <p:sldId id="281" r:id="rId2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DFF7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8B02FA8-A6EA-D24D-9198-1F9183B7EFD7}" v="12" dt="2024-11-11T15:37:48.41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F1AB2-1976-4502-BF36-3FF5EA218861}" styleName="Medium Style 4 –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2421"/>
    <p:restoredTop sz="95879"/>
  </p:normalViewPr>
  <p:slideViewPr>
    <p:cSldViewPr snapToGrid="0" snapToObjects="1">
      <p:cViewPr>
        <p:scale>
          <a:sx n="90" d="100"/>
          <a:sy n="90" d="100"/>
        </p:scale>
        <p:origin x="-456" y="8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37" Type="http://schemas.openxmlformats.org/officeDocument/2006/relationships/customXml" Target="../customXml/item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36" Type="http://schemas.openxmlformats.org/officeDocument/2006/relationships/customXml" Target="../customXml/item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Relationship Id="rId35" Type="http://schemas.openxmlformats.org/officeDocument/2006/relationships/customXml" Target="../customXml/item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ee Barnby" userId="39f99d8d-e7e3-4c24-8daa-b8927982594d" providerId="ADAL" clId="{6A3074E7-E368-1D4A-8018-DFE5E2EA7836}"/>
    <pc:docChg chg="undo custSel addSld delSld modSld modMainMaster">
      <pc:chgData name="Lee Barnby" userId="39f99d8d-e7e3-4c24-8daa-b8927982594d" providerId="ADAL" clId="{6A3074E7-E368-1D4A-8018-DFE5E2EA7836}" dt="2020-11-12T14:22:21.656" v="368" actId="2696"/>
      <pc:docMkLst>
        <pc:docMk/>
      </pc:docMkLst>
      <pc:sldChg chg="modSp mod">
        <pc:chgData name="Lee Barnby" userId="39f99d8d-e7e3-4c24-8daa-b8927982594d" providerId="ADAL" clId="{6A3074E7-E368-1D4A-8018-DFE5E2EA7836}" dt="2020-11-12T13:48:20.362" v="20" actId="20577"/>
        <pc:sldMkLst>
          <pc:docMk/>
          <pc:sldMk cId="1408652796" sldId="256"/>
        </pc:sldMkLst>
        <pc:spChg chg="mod">
          <ac:chgData name="Lee Barnby" userId="39f99d8d-e7e3-4c24-8daa-b8927982594d" providerId="ADAL" clId="{6A3074E7-E368-1D4A-8018-DFE5E2EA7836}" dt="2020-11-12T13:48:15.512" v="18" actId="20577"/>
          <ac:spMkLst>
            <pc:docMk/>
            <pc:sldMk cId="1408652796" sldId="256"/>
            <ac:spMk id="3" creationId="{00000000-0000-0000-0000-000000000000}"/>
          </ac:spMkLst>
        </pc:spChg>
        <pc:spChg chg="mod">
          <ac:chgData name="Lee Barnby" userId="39f99d8d-e7e3-4c24-8daa-b8927982594d" providerId="ADAL" clId="{6A3074E7-E368-1D4A-8018-DFE5E2EA7836}" dt="2020-11-12T13:48:20.362" v="20" actId="20577"/>
          <ac:spMkLst>
            <pc:docMk/>
            <pc:sldMk cId="1408652796" sldId="256"/>
            <ac:spMk id="4" creationId="{00000000-0000-0000-0000-000000000000}"/>
          </ac:spMkLst>
        </pc:spChg>
      </pc:sldChg>
      <pc:sldChg chg="modSp mod">
        <pc:chgData name="Lee Barnby" userId="39f99d8d-e7e3-4c24-8daa-b8927982594d" providerId="ADAL" clId="{6A3074E7-E368-1D4A-8018-DFE5E2EA7836}" dt="2020-11-12T13:56:22.554" v="42" actId="207"/>
        <pc:sldMkLst>
          <pc:docMk/>
          <pc:sldMk cId="500517159" sldId="257"/>
        </pc:sldMkLst>
        <pc:spChg chg="mod">
          <ac:chgData name="Lee Barnby" userId="39f99d8d-e7e3-4c24-8daa-b8927982594d" providerId="ADAL" clId="{6A3074E7-E368-1D4A-8018-DFE5E2EA7836}" dt="2020-11-12T13:56:22.554" v="42" actId="207"/>
          <ac:spMkLst>
            <pc:docMk/>
            <pc:sldMk cId="500517159" sldId="257"/>
            <ac:spMk id="2" creationId="{00000000-0000-0000-0000-000000000000}"/>
          </ac:spMkLst>
        </pc:spChg>
      </pc:sldChg>
      <pc:sldChg chg="modSp mod">
        <pc:chgData name="Lee Barnby" userId="39f99d8d-e7e3-4c24-8daa-b8927982594d" providerId="ADAL" clId="{6A3074E7-E368-1D4A-8018-DFE5E2EA7836}" dt="2020-11-12T13:57:09.331" v="45" actId="207"/>
        <pc:sldMkLst>
          <pc:docMk/>
          <pc:sldMk cId="1754428952" sldId="258"/>
        </pc:sldMkLst>
        <pc:spChg chg="mod">
          <ac:chgData name="Lee Barnby" userId="39f99d8d-e7e3-4c24-8daa-b8927982594d" providerId="ADAL" clId="{6A3074E7-E368-1D4A-8018-DFE5E2EA7836}" dt="2020-11-12T13:57:09.331" v="45" actId="207"/>
          <ac:spMkLst>
            <pc:docMk/>
            <pc:sldMk cId="1754428952" sldId="258"/>
            <ac:spMk id="3" creationId="{00000000-0000-0000-0000-000000000000}"/>
          </ac:spMkLst>
        </pc:spChg>
      </pc:sldChg>
      <pc:sldChg chg="modSp mod">
        <pc:chgData name="Lee Barnby" userId="39f99d8d-e7e3-4c24-8daa-b8927982594d" providerId="ADAL" clId="{6A3074E7-E368-1D4A-8018-DFE5E2EA7836}" dt="2020-11-12T13:49:27.609" v="23" actId="20577"/>
        <pc:sldMkLst>
          <pc:docMk/>
          <pc:sldMk cId="1459722263" sldId="260"/>
        </pc:sldMkLst>
        <pc:spChg chg="mod">
          <ac:chgData name="Lee Barnby" userId="39f99d8d-e7e3-4c24-8daa-b8927982594d" providerId="ADAL" clId="{6A3074E7-E368-1D4A-8018-DFE5E2EA7836}" dt="2020-11-12T13:49:27.609" v="23" actId="20577"/>
          <ac:spMkLst>
            <pc:docMk/>
            <pc:sldMk cId="1459722263" sldId="260"/>
            <ac:spMk id="3" creationId="{00000000-0000-0000-0000-000000000000}"/>
          </ac:spMkLst>
        </pc:spChg>
      </pc:sldChg>
      <pc:sldChg chg="modSp mod">
        <pc:chgData name="Lee Barnby" userId="39f99d8d-e7e3-4c24-8daa-b8927982594d" providerId="ADAL" clId="{6A3074E7-E368-1D4A-8018-DFE5E2EA7836}" dt="2020-11-12T13:50:15.243" v="30" actId="15"/>
        <pc:sldMkLst>
          <pc:docMk/>
          <pc:sldMk cId="837664683" sldId="261"/>
        </pc:sldMkLst>
        <pc:spChg chg="mod">
          <ac:chgData name="Lee Barnby" userId="39f99d8d-e7e3-4c24-8daa-b8927982594d" providerId="ADAL" clId="{6A3074E7-E368-1D4A-8018-DFE5E2EA7836}" dt="2020-11-12T13:50:15.243" v="30" actId="15"/>
          <ac:spMkLst>
            <pc:docMk/>
            <pc:sldMk cId="837664683" sldId="261"/>
            <ac:spMk id="3" creationId="{00000000-0000-0000-0000-000000000000}"/>
          </ac:spMkLst>
        </pc:spChg>
      </pc:sldChg>
      <pc:sldChg chg="modSp mod">
        <pc:chgData name="Lee Barnby" userId="39f99d8d-e7e3-4c24-8daa-b8927982594d" providerId="ADAL" clId="{6A3074E7-E368-1D4A-8018-DFE5E2EA7836}" dt="2020-11-12T13:50:36.879" v="32" actId="114"/>
        <pc:sldMkLst>
          <pc:docMk/>
          <pc:sldMk cId="1252866496" sldId="262"/>
        </pc:sldMkLst>
        <pc:spChg chg="mod">
          <ac:chgData name="Lee Barnby" userId="39f99d8d-e7e3-4c24-8daa-b8927982594d" providerId="ADAL" clId="{6A3074E7-E368-1D4A-8018-DFE5E2EA7836}" dt="2020-11-12T13:50:36.879" v="32" actId="114"/>
          <ac:spMkLst>
            <pc:docMk/>
            <pc:sldMk cId="1252866496" sldId="262"/>
            <ac:spMk id="3" creationId="{00000000-0000-0000-0000-000000000000}"/>
          </ac:spMkLst>
        </pc:spChg>
      </pc:sldChg>
      <pc:sldChg chg="modSp mod">
        <pc:chgData name="Lee Barnby" userId="39f99d8d-e7e3-4c24-8daa-b8927982594d" providerId="ADAL" clId="{6A3074E7-E368-1D4A-8018-DFE5E2EA7836}" dt="2020-11-12T13:52:45.789" v="36" actId="14"/>
        <pc:sldMkLst>
          <pc:docMk/>
          <pc:sldMk cId="1238328405" sldId="264"/>
        </pc:sldMkLst>
        <pc:spChg chg="mod">
          <ac:chgData name="Lee Barnby" userId="39f99d8d-e7e3-4c24-8daa-b8927982594d" providerId="ADAL" clId="{6A3074E7-E368-1D4A-8018-DFE5E2EA7836}" dt="2020-11-12T13:52:45.789" v="36" actId="14"/>
          <ac:spMkLst>
            <pc:docMk/>
            <pc:sldMk cId="1238328405" sldId="264"/>
            <ac:spMk id="3" creationId="{00000000-0000-0000-0000-000000000000}"/>
          </ac:spMkLst>
        </pc:spChg>
      </pc:sldChg>
      <pc:sldChg chg="modSp mod">
        <pc:chgData name="Lee Barnby" userId="39f99d8d-e7e3-4c24-8daa-b8927982594d" providerId="ADAL" clId="{6A3074E7-E368-1D4A-8018-DFE5E2EA7836}" dt="2020-11-12T13:56:01.434" v="41" actId="207"/>
        <pc:sldMkLst>
          <pc:docMk/>
          <pc:sldMk cId="1496541681" sldId="265"/>
        </pc:sldMkLst>
        <pc:spChg chg="mod">
          <ac:chgData name="Lee Barnby" userId="39f99d8d-e7e3-4c24-8daa-b8927982594d" providerId="ADAL" clId="{6A3074E7-E368-1D4A-8018-DFE5E2EA7836}" dt="2020-11-12T13:56:01.434" v="41" actId="207"/>
          <ac:spMkLst>
            <pc:docMk/>
            <pc:sldMk cId="1496541681" sldId="265"/>
            <ac:spMk id="3" creationId="{00000000-0000-0000-0000-000000000000}"/>
          </ac:spMkLst>
        </pc:spChg>
      </pc:sldChg>
      <pc:sldChg chg="modSp mod">
        <pc:chgData name="Lee Barnby" userId="39f99d8d-e7e3-4c24-8daa-b8927982594d" providerId="ADAL" clId="{6A3074E7-E368-1D4A-8018-DFE5E2EA7836}" dt="2020-11-12T14:00:45.952" v="59" actId="114"/>
        <pc:sldMkLst>
          <pc:docMk/>
          <pc:sldMk cId="2016303691" sldId="266"/>
        </pc:sldMkLst>
        <pc:spChg chg="mod">
          <ac:chgData name="Lee Barnby" userId="39f99d8d-e7e3-4c24-8daa-b8927982594d" providerId="ADAL" clId="{6A3074E7-E368-1D4A-8018-DFE5E2EA7836}" dt="2020-11-12T14:00:30.251" v="58" actId="114"/>
          <ac:spMkLst>
            <pc:docMk/>
            <pc:sldMk cId="2016303691" sldId="266"/>
            <ac:spMk id="2" creationId="{00000000-0000-0000-0000-000000000000}"/>
          </ac:spMkLst>
        </pc:spChg>
        <pc:spChg chg="mod">
          <ac:chgData name="Lee Barnby" userId="39f99d8d-e7e3-4c24-8daa-b8927982594d" providerId="ADAL" clId="{6A3074E7-E368-1D4A-8018-DFE5E2EA7836}" dt="2020-11-12T14:00:45.952" v="59" actId="114"/>
          <ac:spMkLst>
            <pc:docMk/>
            <pc:sldMk cId="2016303691" sldId="266"/>
            <ac:spMk id="3" creationId="{00000000-0000-0000-0000-000000000000}"/>
          </ac:spMkLst>
        </pc:spChg>
      </pc:sldChg>
      <pc:sldChg chg="modSp mod">
        <pc:chgData name="Lee Barnby" userId="39f99d8d-e7e3-4c24-8daa-b8927982594d" providerId="ADAL" clId="{6A3074E7-E368-1D4A-8018-DFE5E2EA7836}" dt="2020-11-12T14:00:16.465" v="57" actId="114"/>
        <pc:sldMkLst>
          <pc:docMk/>
          <pc:sldMk cId="541347432" sldId="267"/>
        </pc:sldMkLst>
        <pc:spChg chg="mod">
          <ac:chgData name="Lee Barnby" userId="39f99d8d-e7e3-4c24-8daa-b8927982594d" providerId="ADAL" clId="{6A3074E7-E368-1D4A-8018-DFE5E2EA7836}" dt="2020-11-12T14:00:16.465" v="57" actId="114"/>
          <ac:spMkLst>
            <pc:docMk/>
            <pc:sldMk cId="541347432" sldId="267"/>
            <ac:spMk id="3" creationId="{00000000-0000-0000-0000-000000000000}"/>
          </ac:spMkLst>
        </pc:spChg>
      </pc:sldChg>
      <pc:sldChg chg="addSp delSp modSp mod">
        <pc:chgData name="Lee Barnby" userId="39f99d8d-e7e3-4c24-8daa-b8927982594d" providerId="ADAL" clId="{6A3074E7-E368-1D4A-8018-DFE5E2EA7836}" dt="2020-11-12T14:03:35.860" v="75" actId="113"/>
        <pc:sldMkLst>
          <pc:docMk/>
          <pc:sldMk cId="360659032" sldId="268"/>
        </pc:sldMkLst>
        <pc:spChg chg="add del mod">
          <ac:chgData name="Lee Barnby" userId="39f99d8d-e7e3-4c24-8daa-b8927982594d" providerId="ADAL" clId="{6A3074E7-E368-1D4A-8018-DFE5E2EA7836}" dt="2020-11-12T14:03:35.860" v="75" actId="113"/>
          <ac:spMkLst>
            <pc:docMk/>
            <pc:sldMk cId="360659032" sldId="268"/>
            <ac:spMk id="3" creationId="{00000000-0000-0000-0000-000000000000}"/>
          </ac:spMkLst>
        </pc:spChg>
        <pc:spChg chg="add del mod">
          <ac:chgData name="Lee Barnby" userId="39f99d8d-e7e3-4c24-8daa-b8927982594d" providerId="ADAL" clId="{6A3074E7-E368-1D4A-8018-DFE5E2EA7836}" dt="2020-11-12T14:02:36.979" v="66" actId="478"/>
          <ac:spMkLst>
            <pc:docMk/>
            <pc:sldMk cId="360659032" sldId="268"/>
            <ac:spMk id="21" creationId="{0684493A-6961-F54E-8CA6-522C8B447FC3}"/>
          </ac:spMkLst>
        </pc:spChg>
        <pc:spChg chg="add del mod">
          <ac:chgData name="Lee Barnby" userId="39f99d8d-e7e3-4c24-8daa-b8927982594d" providerId="ADAL" clId="{6A3074E7-E368-1D4A-8018-DFE5E2EA7836}" dt="2020-11-12T14:02:52.406" v="68" actId="478"/>
          <ac:spMkLst>
            <pc:docMk/>
            <pc:sldMk cId="360659032" sldId="268"/>
            <ac:spMk id="23" creationId="{C4502344-5D5A-4247-83B6-79ABD4A57269}"/>
          </ac:spMkLst>
        </pc:spChg>
        <pc:inkChg chg="add del">
          <ac:chgData name="Lee Barnby" userId="39f99d8d-e7e3-4c24-8daa-b8927982594d" providerId="ADAL" clId="{6A3074E7-E368-1D4A-8018-DFE5E2EA7836}" dt="2020-11-12T14:03:01.904" v="69" actId="478"/>
          <ac:inkMkLst>
            <pc:docMk/>
            <pc:sldMk cId="360659032" sldId="268"/>
            <ac:inkMk id="7" creationId="{10B25F24-5D32-BD4C-9B83-69E708DBE6BA}"/>
          </ac:inkMkLst>
        </pc:inkChg>
        <pc:inkChg chg="del">
          <ac:chgData name="Lee Barnby" userId="39f99d8d-e7e3-4c24-8daa-b8927982594d" providerId="ADAL" clId="{6A3074E7-E368-1D4A-8018-DFE5E2EA7836}" dt="2020-11-12T14:01:57.822" v="60" actId="478"/>
          <ac:inkMkLst>
            <pc:docMk/>
            <pc:sldMk cId="360659032" sldId="268"/>
            <ac:inkMk id="8" creationId="{A4182B15-1054-5749-AC46-3FF597D29369}"/>
          </ac:inkMkLst>
        </pc:inkChg>
        <pc:inkChg chg="del">
          <ac:chgData name="Lee Barnby" userId="39f99d8d-e7e3-4c24-8daa-b8927982594d" providerId="ADAL" clId="{6A3074E7-E368-1D4A-8018-DFE5E2EA7836}" dt="2020-11-12T14:03:07.595" v="70" actId="478"/>
          <ac:inkMkLst>
            <pc:docMk/>
            <pc:sldMk cId="360659032" sldId="268"/>
            <ac:inkMk id="9" creationId="{91C40445-43C0-D74C-A842-520563B1B083}"/>
          </ac:inkMkLst>
        </pc:inkChg>
        <pc:inkChg chg="add del">
          <ac:chgData name="Lee Barnby" userId="39f99d8d-e7e3-4c24-8daa-b8927982594d" providerId="ADAL" clId="{6A3074E7-E368-1D4A-8018-DFE5E2EA7836}" dt="2020-11-12T14:03:01.904" v="69" actId="478"/>
          <ac:inkMkLst>
            <pc:docMk/>
            <pc:sldMk cId="360659032" sldId="268"/>
            <ac:inkMk id="10" creationId="{E9B74F6A-124A-E349-BE4F-BCF269BE53DE}"/>
          </ac:inkMkLst>
        </pc:inkChg>
        <pc:inkChg chg="add del">
          <ac:chgData name="Lee Barnby" userId="39f99d8d-e7e3-4c24-8daa-b8927982594d" providerId="ADAL" clId="{6A3074E7-E368-1D4A-8018-DFE5E2EA7836}" dt="2020-11-12T14:03:01.904" v="69" actId="478"/>
          <ac:inkMkLst>
            <pc:docMk/>
            <pc:sldMk cId="360659032" sldId="268"/>
            <ac:inkMk id="11" creationId="{2AFA27C4-670E-9C49-83D2-7CEFDA8D6BD6}"/>
          </ac:inkMkLst>
        </pc:inkChg>
        <pc:inkChg chg="del">
          <ac:chgData name="Lee Barnby" userId="39f99d8d-e7e3-4c24-8daa-b8927982594d" providerId="ADAL" clId="{6A3074E7-E368-1D4A-8018-DFE5E2EA7836}" dt="2020-11-12T14:01:57.822" v="60" actId="478"/>
          <ac:inkMkLst>
            <pc:docMk/>
            <pc:sldMk cId="360659032" sldId="268"/>
            <ac:inkMk id="12" creationId="{605E1B33-66B7-194D-85D3-86FB9EE53E2C}"/>
          </ac:inkMkLst>
        </pc:inkChg>
        <pc:inkChg chg="add del">
          <ac:chgData name="Lee Barnby" userId="39f99d8d-e7e3-4c24-8daa-b8927982594d" providerId="ADAL" clId="{6A3074E7-E368-1D4A-8018-DFE5E2EA7836}" dt="2020-11-12T14:03:01.904" v="69" actId="478"/>
          <ac:inkMkLst>
            <pc:docMk/>
            <pc:sldMk cId="360659032" sldId="268"/>
            <ac:inkMk id="13" creationId="{5D115A4B-B4B4-8847-8888-F644A3EFB51C}"/>
          </ac:inkMkLst>
        </pc:inkChg>
        <pc:inkChg chg="add del">
          <ac:chgData name="Lee Barnby" userId="39f99d8d-e7e3-4c24-8daa-b8927982594d" providerId="ADAL" clId="{6A3074E7-E368-1D4A-8018-DFE5E2EA7836}" dt="2020-11-12T14:03:01.904" v="69" actId="478"/>
          <ac:inkMkLst>
            <pc:docMk/>
            <pc:sldMk cId="360659032" sldId="268"/>
            <ac:inkMk id="14" creationId="{37838A77-412D-3546-84BC-1659E4C994CF}"/>
          </ac:inkMkLst>
        </pc:inkChg>
        <pc:inkChg chg="del">
          <ac:chgData name="Lee Barnby" userId="39f99d8d-e7e3-4c24-8daa-b8927982594d" providerId="ADAL" clId="{6A3074E7-E368-1D4A-8018-DFE5E2EA7836}" dt="2020-11-12T14:02:26.012" v="64" actId="478"/>
          <ac:inkMkLst>
            <pc:docMk/>
            <pc:sldMk cId="360659032" sldId="268"/>
            <ac:inkMk id="15" creationId="{C64412CB-CB46-DB4F-9AD3-80EEDBC6ED57}"/>
          </ac:inkMkLst>
        </pc:inkChg>
        <pc:inkChg chg="del">
          <ac:chgData name="Lee Barnby" userId="39f99d8d-e7e3-4c24-8daa-b8927982594d" providerId="ADAL" clId="{6A3074E7-E368-1D4A-8018-DFE5E2EA7836}" dt="2020-11-12T14:03:07.595" v="70" actId="478"/>
          <ac:inkMkLst>
            <pc:docMk/>
            <pc:sldMk cId="360659032" sldId="268"/>
            <ac:inkMk id="16" creationId="{DD6A487D-252E-954C-8985-911A2440077E}"/>
          </ac:inkMkLst>
        </pc:inkChg>
        <pc:inkChg chg="add del">
          <ac:chgData name="Lee Barnby" userId="39f99d8d-e7e3-4c24-8daa-b8927982594d" providerId="ADAL" clId="{6A3074E7-E368-1D4A-8018-DFE5E2EA7836}" dt="2020-11-12T14:03:07.595" v="70" actId="478"/>
          <ac:inkMkLst>
            <pc:docMk/>
            <pc:sldMk cId="360659032" sldId="268"/>
            <ac:inkMk id="17" creationId="{077979E6-8369-C245-80EE-53B918065255}"/>
          </ac:inkMkLst>
        </pc:inkChg>
        <pc:inkChg chg="add del">
          <ac:chgData name="Lee Barnby" userId="39f99d8d-e7e3-4c24-8daa-b8927982594d" providerId="ADAL" clId="{6A3074E7-E368-1D4A-8018-DFE5E2EA7836}" dt="2020-11-12T14:03:01.904" v="69" actId="478"/>
          <ac:inkMkLst>
            <pc:docMk/>
            <pc:sldMk cId="360659032" sldId="268"/>
            <ac:inkMk id="18" creationId="{FB333BDD-1D4F-E84D-A753-15720B1C4EED}"/>
          </ac:inkMkLst>
        </pc:inkChg>
        <pc:inkChg chg="del">
          <ac:chgData name="Lee Barnby" userId="39f99d8d-e7e3-4c24-8daa-b8927982594d" providerId="ADAL" clId="{6A3074E7-E368-1D4A-8018-DFE5E2EA7836}" dt="2020-11-12T14:02:23.644" v="63" actId="478"/>
          <ac:inkMkLst>
            <pc:docMk/>
            <pc:sldMk cId="360659032" sldId="268"/>
            <ac:inkMk id="19" creationId="{0043A528-4B4C-0B43-8AC3-2C7E7D8415FC}"/>
          </ac:inkMkLst>
        </pc:inkChg>
        <pc:inkChg chg="del">
          <ac:chgData name="Lee Barnby" userId="39f99d8d-e7e3-4c24-8daa-b8927982594d" providerId="ADAL" clId="{6A3074E7-E368-1D4A-8018-DFE5E2EA7836}" dt="2020-11-12T14:02:19.098" v="62" actId="478"/>
          <ac:inkMkLst>
            <pc:docMk/>
            <pc:sldMk cId="360659032" sldId="268"/>
            <ac:inkMk id="27" creationId="{E77FB44E-1481-C342-B364-61DCD2733789}"/>
          </ac:inkMkLst>
        </pc:inkChg>
        <pc:inkChg chg="del">
          <ac:chgData name="Lee Barnby" userId="39f99d8d-e7e3-4c24-8daa-b8927982594d" providerId="ADAL" clId="{6A3074E7-E368-1D4A-8018-DFE5E2EA7836}" dt="2020-11-12T14:02:19.098" v="62" actId="478"/>
          <ac:inkMkLst>
            <pc:docMk/>
            <pc:sldMk cId="360659032" sldId="268"/>
            <ac:inkMk id="33" creationId="{685C5653-B20A-DA48-9A0F-9BD893628033}"/>
          </ac:inkMkLst>
        </pc:inkChg>
        <pc:inkChg chg="del">
          <ac:chgData name="Lee Barnby" userId="39f99d8d-e7e3-4c24-8daa-b8927982594d" providerId="ADAL" clId="{6A3074E7-E368-1D4A-8018-DFE5E2EA7836}" dt="2020-11-12T14:02:19.098" v="62" actId="478"/>
          <ac:inkMkLst>
            <pc:docMk/>
            <pc:sldMk cId="360659032" sldId="268"/>
            <ac:inkMk id="41" creationId="{D422DEAE-EDFC-FC47-83CA-4AE50A835536}"/>
          </ac:inkMkLst>
        </pc:inkChg>
        <pc:inkChg chg="del">
          <ac:chgData name="Lee Barnby" userId="39f99d8d-e7e3-4c24-8daa-b8927982594d" providerId="ADAL" clId="{6A3074E7-E368-1D4A-8018-DFE5E2EA7836}" dt="2020-11-12T14:02:19.098" v="62" actId="478"/>
          <ac:inkMkLst>
            <pc:docMk/>
            <pc:sldMk cId="360659032" sldId="268"/>
            <ac:inkMk id="42" creationId="{926943F0-089C-8D4C-9D14-DD9A688CF441}"/>
          </ac:inkMkLst>
        </pc:inkChg>
        <pc:inkChg chg="del">
          <ac:chgData name="Lee Barnby" userId="39f99d8d-e7e3-4c24-8daa-b8927982594d" providerId="ADAL" clId="{6A3074E7-E368-1D4A-8018-DFE5E2EA7836}" dt="2020-11-12T14:02:19.098" v="62" actId="478"/>
          <ac:inkMkLst>
            <pc:docMk/>
            <pc:sldMk cId="360659032" sldId="268"/>
            <ac:inkMk id="43" creationId="{FEAFC7C3-0885-CF49-AEC8-5E9F7AA06834}"/>
          </ac:inkMkLst>
        </pc:inkChg>
        <pc:inkChg chg="del">
          <ac:chgData name="Lee Barnby" userId="39f99d8d-e7e3-4c24-8daa-b8927982594d" providerId="ADAL" clId="{6A3074E7-E368-1D4A-8018-DFE5E2EA7836}" dt="2020-11-12T14:02:19.098" v="62" actId="478"/>
          <ac:inkMkLst>
            <pc:docMk/>
            <pc:sldMk cId="360659032" sldId="268"/>
            <ac:inkMk id="53" creationId="{609A526A-B5F7-C54A-B2DD-D2604CCAFC41}"/>
          </ac:inkMkLst>
        </pc:inkChg>
        <pc:inkChg chg="del">
          <ac:chgData name="Lee Barnby" userId="39f99d8d-e7e3-4c24-8daa-b8927982594d" providerId="ADAL" clId="{6A3074E7-E368-1D4A-8018-DFE5E2EA7836}" dt="2020-11-12T14:03:11.082" v="71" actId="478"/>
          <ac:inkMkLst>
            <pc:docMk/>
            <pc:sldMk cId="360659032" sldId="268"/>
            <ac:inkMk id="81" creationId="{98FCB1AA-EFE7-864C-9B79-02AA95165E99}"/>
          </ac:inkMkLst>
        </pc:inkChg>
        <pc:inkChg chg="del">
          <ac:chgData name="Lee Barnby" userId="39f99d8d-e7e3-4c24-8daa-b8927982594d" providerId="ADAL" clId="{6A3074E7-E368-1D4A-8018-DFE5E2EA7836}" dt="2020-11-12T14:03:13.126" v="72" actId="478"/>
          <ac:inkMkLst>
            <pc:docMk/>
            <pc:sldMk cId="360659032" sldId="268"/>
            <ac:inkMk id="95" creationId="{DEC2E769-DA7A-5745-B056-5B5A66A1E3D6}"/>
          </ac:inkMkLst>
        </pc:inkChg>
        <pc:inkChg chg="del">
          <ac:chgData name="Lee Barnby" userId="39f99d8d-e7e3-4c24-8daa-b8927982594d" providerId="ADAL" clId="{6A3074E7-E368-1D4A-8018-DFE5E2EA7836}" dt="2020-11-12T14:02:23.644" v="63" actId="478"/>
          <ac:inkMkLst>
            <pc:docMk/>
            <pc:sldMk cId="360659032" sldId="268"/>
            <ac:inkMk id="117" creationId="{45C9B1E1-D6F0-CC47-9ED3-AEA2662FE247}"/>
          </ac:inkMkLst>
        </pc:inkChg>
        <pc:inkChg chg="del">
          <ac:chgData name="Lee Barnby" userId="39f99d8d-e7e3-4c24-8daa-b8927982594d" providerId="ADAL" clId="{6A3074E7-E368-1D4A-8018-DFE5E2EA7836}" dt="2020-11-12T14:02:06.131" v="61" actId="478"/>
          <ac:inkMkLst>
            <pc:docMk/>
            <pc:sldMk cId="360659032" sldId="268"/>
            <ac:inkMk id="122" creationId="{9FC5DB90-B98B-D04B-8DB1-92DAF6778A3B}"/>
          </ac:inkMkLst>
        </pc:inkChg>
        <pc:inkChg chg="del">
          <ac:chgData name="Lee Barnby" userId="39f99d8d-e7e3-4c24-8daa-b8927982594d" providerId="ADAL" clId="{6A3074E7-E368-1D4A-8018-DFE5E2EA7836}" dt="2020-11-12T14:01:57.822" v="60" actId="478"/>
          <ac:inkMkLst>
            <pc:docMk/>
            <pc:sldMk cId="360659032" sldId="268"/>
            <ac:inkMk id="123" creationId="{1E189E38-A5E0-D947-8ED8-4D28DCE93B53}"/>
          </ac:inkMkLst>
        </pc:inkChg>
        <pc:inkChg chg="del">
          <ac:chgData name="Lee Barnby" userId="39f99d8d-e7e3-4c24-8daa-b8927982594d" providerId="ADAL" clId="{6A3074E7-E368-1D4A-8018-DFE5E2EA7836}" dt="2020-11-12T14:01:57.822" v="60" actId="478"/>
          <ac:inkMkLst>
            <pc:docMk/>
            <pc:sldMk cId="360659032" sldId="268"/>
            <ac:inkMk id="124" creationId="{782427B9-45DE-1E46-9617-15ED7E21B8D9}"/>
          </ac:inkMkLst>
        </pc:inkChg>
        <pc:inkChg chg="del">
          <ac:chgData name="Lee Barnby" userId="39f99d8d-e7e3-4c24-8daa-b8927982594d" providerId="ADAL" clId="{6A3074E7-E368-1D4A-8018-DFE5E2EA7836}" dt="2020-11-12T14:01:57.822" v="60" actId="478"/>
          <ac:inkMkLst>
            <pc:docMk/>
            <pc:sldMk cId="360659032" sldId="268"/>
            <ac:inkMk id="125" creationId="{6A80BAF3-960B-E044-8481-B9DEB6F3F6C5}"/>
          </ac:inkMkLst>
        </pc:inkChg>
      </pc:sldChg>
      <pc:sldChg chg="modSp mod">
        <pc:chgData name="Lee Barnby" userId="39f99d8d-e7e3-4c24-8daa-b8927982594d" providerId="ADAL" clId="{6A3074E7-E368-1D4A-8018-DFE5E2EA7836}" dt="2020-11-12T14:04:27.109" v="79" actId="114"/>
        <pc:sldMkLst>
          <pc:docMk/>
          <pc:sldMk cId="769931985" sldId="269"/>
        </pc:sldMkLst>
        <pc:spChg chg="mod">
          <ac:chgData name="Lee Barnby" userId="39f99d8d-e7e3-4c24-8daa-b8927982594d" providerId="ADAL" clId="{6A3074E7-E368-1D4A-8018-DFE5E2EA7836}" dt="2020-11-12T14:04:27.109" v="79" actId="114"/>
          <ac:spMkLst>
            <pc:docMk/>
            <pc:sldMk cId="769931985" sldId="269"/>
            <ac:spMk id="3" creationId="{00000000-0000-0000-0000-000000000000}"/>
          </ac:spMkLst>
        </pc:spChg>
      </pc:sldChg>
      <pc:sldChg chg="modSp mod">
        <pc:chgData name="Lee Barnby" userId="39f99d8d-e7e3-4c24-8daa-b8927982594d" providerId="ADAL" clId="{6A3074E7-E368-1D4A-8018-DFE5E2EA7836}" dt="2020-11-12T14:04:57.467" v="80" actId="207"/>
        <pc:sldMkLst>
          <pc:docMk/>
          <pc:sldMk cId="1697474952" sldId="270"/>
        </pc:sldMkLst>
        <pc:spChg chg="mod">
          <ac:chgData name="Lee Barnby" userId="39f99d8d-e7e3-4c24-8daa-b8927982594d" providerId="ADAL" clId="{6A3074E7-E368-1D4A-8018-DFE5E2EA7836}" dt="2020-11-12T14:04:57.467" v="80" actId="207"/>
          <ac:spMkLst>
            <pc:docMk/>
            <pc:sldMk cId="1697474952" sldId="270"/>
            <ac:spMk id="3" creationId="{00000000-0000-0000-0000-000000000000}"/>
          </ac:spMkLst>
        </pc:spChg>
      </pc:sldChg>
      <pc:sldChg chg="modSp mod">
        <pc:chgData name="Lee Barnby" userId="39f99d8d-e7e3-4c24-8daa-b8927982594d" providerId="ADAL" clId="{6A3074E7-E368-1D4A-8018-DFE5E2EA7836}" dt="2020-11-12T14:06:17.215" v="123" actId="20577"/>
        <pc:sldMkLst>
          <pc:docMk/>
          <pc:sldMk cId="649937096" sldId="271"/>
        </pc:sldMkLst>
        <pc:spChg chg="mod">
          <ac:chgData name="Lee Barnby" userId="39f99d8d-e7e3-4c24-8daa-b8927982594d" providerId="ADAL" clId="{6A3074E7-E368-1D4A-8018-DFE5E2EA7836}" dt="2020-11-12T14:06:17.215" v="123" actId="20577"/>
          <ac:spMkLst>
            <pc:docMk/>
            <pc:sldMk cId="649937096" sldId="271"/>
            <ac:spMk id="3" creationId="{00000000-0000-0000-0000-000000000000}"/>
          </ac:spMkLst>
        </pc:spChg>
      </pc:sldChg>
      <pc:sldChg chg="modSp mod">
        <pc:chgData name="Lee Barnby" userId="39f99d8d-e7e3-4c24-8daa-b8927982594d" providerId="ADAL" clId="{6A3074E7-E368-1D4A-8018-DFE5E2EA7836}" dt="2020-11-12T14:07:21.545" v="157" actId="20577"/>
        <pc:sldMkLst>
          <pc:docMk/>
          <pc:sldMk cId="1156628560" sldId="272"/>
        </pc:sldMkLst>
        <pc:spChg chg="mod">
          <ac:chgData name="Lee Barnby" userId="39f99d8d-e7e3-4c24-8daa-b8927982594d" providerId="ADAL" clId="{6A3074E7-E368-1D4A-8018-DFE5E2EA7836}" dt="2020-11-12T14:07:21.545" v="157" actId="20577"/>
          <ac:spMkLst>
            <pc:docMk/>
            <pc:sldMk cId="1156628560" sldId="272"/>
            <ac:spMk id="3" creationId="{00000000-0000-0000-0000-000000000000}"/>
          </ac:spMkLst>
        </pc:spChg>
      </pc:sldChg>
      <pc:sldChg chg="modSp mod">
        <pc:chgData name="Lee Barnby" userId="39f99d8d-e7e3-4c24-8daa-b8927982594d" providerId="ADAL" clId="{6A3074E7-E368-1D4A-8018-DFE5E2EA7836}" dt="2020-11-12T14:07:56.567" v="159" actId="207"/>
        <pc:sldMkLst>
          <pc:docMk/>
          <pc:sldMk cId="190285176" sldId="273"/>
        </pc:sldMkLst>
        <pc:spChg chg="mod">
          <ac:chgData name="Lee Barnby" userId="39f99d8d-e7e3-4c24-8daa-b8927982594d" providerId="ADAL" clId="{6A3074E7-E368-1D4A-8018-DFE5E2EA7836}" dt="2020-11-12T14:07:56.567" v="159" actId="207"/>
          <ac:spMkLst>
            <pc:docMk/>
            <pc:sldMk cId="190285176" sldId="273"/>
            <ac:spMk id="3" creationId="{00000000-0000-0000-0000-000000000000}"/>
          </ac:spMkLst>
        </pc:spChg>
      </pc:sldChg>
      <pc:sldChg chg="delSp mod">
        <pc:chgData name="Lee Barnby" userId="39f99d8d-e7e3-4c24-8daa-b8927982594d" providerId="ADAL" clId="{6A3074E7-E368-1D4A-8018-DFE5E2EA7836}" dt="2020-11-12T14:13:00.362" v="163" actId="478"/>
        <pc:sldMkLst>
          <pc:docMk/>
          <pc:sldMk cId="2063471605" sldId="275"/>
        </pc:sldMkLst>
        <pc:inkChg chg="del">
          <ac:chgData name="Lee Barnby" userId="39f99d8d-e7e3-4c24-8daa-b8927982594d" providerId="ADAL" clId="{6A3074E7-E368-1D4A-8018-DFE5E2EA7836}" dt="2020-11-12T14:13:00.362" v="163" actId="478"/>
          <ac:inkMkLst>
            <pc:docMk/>
            <pc:sldMk cId="2063471605" sldId="275"/>
            <ac:inkMk id="16" creationId="{1508139D-2BEF-3449-A075-08FC4EA27A5C}"/>
          </ac:inkMkLst>
        </pc:inkChg>
        <pc:inkChg chg="del">
          <ac:chgData name="Lee Barnby" userId="39f99d8d-e7e3-4c24-8daa-b8927982594d" providerId="ADAL" clId="{6A3074E7-E368-1D4A-8018-DFE5E2EA7836}" dt="2020-11-12T14:12:42.389" v="160" actId="478"/>
          <ac:inkMkLst>
            <pc:docMk/>
            <pc:sldMk cId="2063471605" sldId="275"/>
            <ac:inkMk id="59" creationId="{07CE327C-AAC4-3C45-8F25-FEB2CC2ACAEA}"/>
          </ac:inkMkLst>
        </pc:inkChg>
        <pc:inkChg chg="del">
          <ac:chgData name="Lee Barnby" userId="39f99d8d-e7e3-4c24-8daa-b8927982594d" providerId="ADAL" clId="{6A3074E7-E368-1D4A-8018-DFE5E2EA7836}" dt="2020-11-12T14:12:55.040" v="161" actId="478"/>
          <ac:inkMkLst>
            <pc:docMk/>
            <pc:sldMk cId="2063471605" sldId="275"/>
            <ac:inkMk id="60" creationId="{89254189-11B4-0849-887A-4499E224BA9E}"/>
          </ac:inkMkLst>
        </pc:inkChg>
        <pc:inkChg chg="del">
          <ac:chgData name="Lee Barnby" userId="39f99d8d-e7e3-4c24-8daa-b8927982594d" providerId="ADAL" clId="{6A3074E7-E368-1D4A-8018-DFE5E2EA7836}" dt="2020-11-12T14:12:42.389" v="160" actId="478"/>
          <ac:inkMkLst>
            <pc:docMk/>
            <pc:sldMk cId="2063471605" sldId="275"/>
            <ac:inkMk id="61" creationId="{28ACC352-C327-464D-8559-382253FFC729}"/>
          </ac:inkMkLst>
        </pc:inkChg>
        <pc:inkChg chg="del">
          <ac:chgData name="Lee Barnby" userId="39f99d8d-e7e3-4c24-8daa-b8927982594d" providerId="ADAL" clId="{6A3074E7-E368-1D4A-8018-DFE5E2EA7836}" dt="2020-11-12T14:12:42.389" v="160" actId="478"/>
          <ac:inkMkLst>
            <pc:docMk/>
            <pc:sldMk cId="2063471605" sldId="275"/>
            <ac:inkMk id="78" creationId="{E7A3C130-815D-AB4E-9718-302826A52AF4}"/>
          </ac:inkMkLst>
        </pc:inkChg>
        <pc:inkChg chg="del">
          <ac:chgData name="Lee Barnby" userId="39f99d8d-e7e3-4c24-8daa-b8927982594d" providerId="ADAL" clId="{6A3074E7-E368-1D4A-8018-DFE5E2EA7836}" dt="2020-11-12T14:12:42.389" v="160" actId="478"/>
          <ac:inkMkLst>
            <pc:docMk/>
            <pc:sldMk cId="2063471605" sldId="275"/>
            <ac:inkMk id="79" creationId="{EA1AB677-75EE-9346-8234-2DE1C4963D2A}"/>
          </ac:inkMkLst>
        </pc:inkChg>
        <pc:inkChg chg="del">
          <ac:chgData name="Lee Barnby" userId="39f99d8d-e7e3-4c24-8daa-b8927982594d" providerId="ADAL" clId="{6A3074E7-E368-1D4A-8018-DFE5E2EA7836}" dt="2020-11-12T14:12:55.040" v="161" actId="478"/>
          <ac:inkMkLst>
            <pc:docMk/>
            <pc:sldMk cId="2063471605" sldId="275"/>
            <ac:inkMk id="80" creationId="{81D941E6-6D66-9540-9BD5-40039F4C495B}"/>
          </ac:inkMkLst>
        </pc:inkChg>
        <pc:inkChg chg="del">
          <ac:chgData name="Lee Barnby" userId="39f99d8d-e7e3-4c24-8daa-b8927982594d" providerId="ADAL" clId="{6A3074E7-E368-1D4A-8018-DFE5E2EA7836}" dt="2020-11-12T14:12:58.026" v="162" actId="478"/>
          <ac:inkMkLst>
            <pc:docMk/>
            <pc:sldMk cId="2063471605" sldId="275"/>
            <ac:inkMk id="85" creationId="{0B1963BC-1A09-A342-854A-165F01F19815}"/>
          </ac:inkMkLst>
        </pc:inkChg>
      </pc:sldChg>
      <pc:sldChg chg="modSp mod">
        <pc:chgData name="Lee Barnby" userId="39f99d8d-e7e3-4c24-8daa-b8927982594d" providerId="ADAL" clId="{6A3074E7-E368-1D4A-8018-DFE5E2EA7836}" dt="2020-11-12T13:55:32.135" v="39" actId="20577"/>
        <pc:sldMkLst>
          <pc:docMk/>
          <pc:sldMk cId="2374328908" sldId="279"/>
        </pc:sldMkLst>
        <pc:spChg chg="mod">
          <ac:chgData name="Lee Barnby" userId="39f99d8d-e7e3-4c24-8daa-b8927982594d" providerId="ADAL" clId="{6A3074E7-E368-1D4A-8018-DFE5E2EA7836}" dt="2020-11-12T13:55:32.135" v="39" actId="20577"/>
          <ac:spMkLst>
            <pc:docMk/>
            <pc:sldMk cId="2374328908" sldId="279"/>
            <ac:spMk id="3" creationId="{1EEDABA4-44F8-044F-9126-AE682930FFBA}"/>
          </ac:spMkLst>
        </pc:spChg>
      </pc:sldChg>
      <pc:sldChg chg="del">
        <pc:chgData name="Lee Barnby" userId="39f99d8d-e7e3-4c24-8daa-b8927982594d" providerId="ADAL" clId="{6A3074E7-E368-1D4A-8018-DFE5E2EA7836}" dt="2020-11-12T14:22:21.656" v="368" actId="2696"/>
        <pc:sldMkLst>
          <pc:docMk/>
          <pc:sldMk cId="1626614618" sldId="280"/>
        </pc:sldMkLst>
      </pc:sldChg>
      <pc:sldChg chg="addSp modSp new mod modClrScheme chgLayout">
        <pc:chgData name="Lee Barnby" userId="39f99d8d-e7e3-4c24-8daa-b8927982594d" providerId="ADAL" clId="{6A3074E7-E368-1D4A-8018-DFE5E2EA7836}" dt="2020-11-12T14:19:16.132" v="343" actId="114"/>
        <pc:sldMkLst>
          <pc:docMk/>
          <pc:sldMk cId="3540184721" sldId="281"/>
        </pc:sldMkLst>
        <pc:spChg chg="mod ord">
          <ac:chgData name="Lee Barnby" userId="39f99d8d-e7e3-4c24-8daa-b8927982594d" providerId="ADAL" clId="{6A3074E7-E368-1D4A-8018-DFE5E2EA7836}" dt="2020-11-12T14:17:37.321" v="181" actId="700"/>
          <ac:spMkLst>
            <pc:docMk/>
            <pc:sldMk cId="3540184721" sldId="281"/>
            <ac:spMk id="2" creationId="{FE3D11BC-A666-3244-9EA4-71EB454CA94E}"/>
          </ac:spMkLst>
        </pc:spChg>
        <pc:spChg chg="mod ord">
          <ac:chgData name="Lee Barnby" userId="39f99d8d-e7e3-4c24-8daa-b8927982594d" providerId="ADAL" clId="{6A3074E7-E368-1D4A-8018-DFE5E2EA7836}" dt="2020-11-12T14:17:37.321" v="181" actId="700"/>
          <ac:spMkLst>
            <pc:docMk/>
            <pc:sldMk cId="3540184721" sldId="281"/>
            <ac:spMk id="3" creationId="{C1343725-E41C-E742-B503-DF9D153F88A4}"/>
          </ac:spMkLst>
        </pc:spChg>
        <pc:spChg chg="mod ord">
          <ac:chgData name="Lee Barnby" userId="39f99d8d-e7e3-4c24-8daa-b8927982594d" providerId="ADAL" clId="{6A3074E7-E368-1D4A-8018-DFE5E2EA7836}" dt="2020-11-12T14:17:37.321" v="181" actId="700"/>
          <ac:spMkLst>
            <pc:docMk/>
            <pc:sldMk cId="3540184721" sldId="281"/>
            <ac:spMk id="4" creationId="{3BEA59BB-FA9C-0B44-9BE0-9F3E858E16CE}"/>
          </ac:spMkLst>
        </pc:spChg>
        <pc:spChg chg="mod ord">
          <ac:chgData name="Lee Barnby" userId="39f99d8d-e7e3-4c24-8daa-b8927982594d" providerId="ADAL" clId="{6A3074E7-E368-1D4A-8018-DFE5E2EA7836}" dt="2020-11-12T14:17:37.321" v="181" actId="700"/>
          <ac:spMkLst>
            <pc:docMk/>
            <pc:sldMk cId="3540184721" sldId="281"/>
            <ac:spMk id="5" creationId="{5069E1F9-D478-8740-98BE-E759E34DFEB8}"/>
          </ac:spMkLst>
        </pc:spChg>
        <pc:spChg chg="add mod ord">
          <ac:chgData name="Lee Barnby" userId="39f99d8d-e7e3-4c24-8daa-b8927982594d" providerId="ADAL" clId="{6A3074E7-E368-1D4A-8018-DFE5E2EA7836}" dt="2020-11-12T14:19:16.132" v="343" actId="114"/>
          <ac:spMkLst>
            <pc:docMk/>
            <pc:sldMk cId="3540184721" sldId="281"/>
            <ac:spMk id="6" creationId="{3FA91F0F-1F59-9449-8348-D52E534330B6}"/>
          </ac:spMkLst>
        </pc:spChg>
      </pc:sldChg>
      <pc:sldChg chg="addSp delSp modSp new mod modClrScheme chgLayout">
        <pc:chgData name="Lee Barnby" userId="39f99d8d-e7e3-4c24-8daa-b8927982594d" providerId="ADAL" clId="{6A3074E7-E368-1D4A-8018-DFE5E2EA7836}" dt="2020-11-12T14:21:56.955" v="367" actId="14100"/>
        <pc:sldMkLst>
          <pc:docMk/>
          <pc:sldMk cId="1438161429" sldId="282"/>
        </pc:sldMkLst>
        <pc:spChg chg="del mod ord">
          <ac:chgData name="Lee Barnby" userId="39f99d8d-e7e3-4c24-8daa-b8927982594d" providerId="ADAL" clId="{6A3074E7-E368-1D4A-8018-DFE5E2EA7836}" dt="2020-11-12T14:20:39.071" v="345" actId="700"/>
          <ac:spMkLst>
            <pc:docMk/>
            <pc:sldMk cId="1438161429" sldId="282"/>
            <ac:spMk id="2" creationId="{BBC1CB35-7340-FE4B-B2D6-3AE0A0390C35}"/>
          </ac:spMkLst>
        </pc:spChg>
        <pc:spChg chg="mod ord">
          <ac:chgData name="Lee Barnby" userId="39f99d8d-e7e3-4c24-8daa-b8927982594d" providerId="ADAL" clId="{6A3074E7-E368-1D4A-8018-DFE5E2EA7836}" dt="2020-11-12T14:20:39.071" v="345" actId="700"/>
          <ac:spMkLst>
            <pc:docMk/>
            <pc:sldMk cId="1438161429" sldId="282"/>
            <ac:spMk id="3" creationId="{EAA14FA3-8480-A548-885D-AC904025A7D6}"/>
          </ac:spMkLst>
        </pc:spChg>
        <pc:spChg chg="mod ord">
          <ac:chgData name="Lee Barnby" userId="39f99d8d-e7e3-4c24-8daa-b8927982594d" providerId="ADAL" clId="{6A3074E7-E368-1D4A-8018-DFE5E2EA7836}" dt="2020-11-12T14:20:39.071" v="345" actId="700"/>
          <ac:spMkLst>
            <pc:docMk/>
            <pc:sldMk cId="1438161429" sldId="282"/>
            <ac:spMk id="4" creationId="{C97152DB-D442-084A-BE79-D10E8211AF50}"/>
          </ac:spMkLst>
        </pc:spChg>
        <pc:spChg chg="mod ord">
          <ac:chgData name="Lee Barnby" userId="39f99d8d-e7e3-4c24-8daa-b8927982594d" providerId="ADAL" clId="{6A3074E7-E368-1D4A-8018-DFE5E2EA7836}" dt="2020-11-12T14:20:39.071" v="345" actId="700"/>
          <ac:spMkLst>
            <pc:docMk/>
            <pc:sldMk cId="1438161429" sldId="282"/>
            <ac:spMk id="5" creationId="{AC3BC12E-88F0-9942-9462-92ACBC26388C}"/>
          </ac:spMkLst>
        </pc:spChg>
        <pc:spChg chg="add mod ord">
          <ac:chgData name="Lee Barnby" userId="39f99d8d-e7e3-4c24-8daa-b8927982594d" providerId="ADAL" clId="{6A3074E7-E368-1D4A-8018-DFE5E2EA7836}" dt="2020-11-12T14:21:01.460" v="357" actId="20577"/>
          <ac:spMkLst>
            <pc:docMk/>
            <pc:sldMk cId="1438161429" sldId="282"/>
            <ac:spMk id="6" creationId="{760C6A8C-4B45-0B43-9FF1-99D788A887FE}"/>
          </ac:spMkLst>
        </pc:spChg>
        <pc:spChg chg="add mod ord">
          <ac:chgData name="Lee Barnby" userId="39f99d8d-e7e3-4c24-8daa-b8927982594d" providerId="ADAL" clId="{6A3074E7-E368-1D4A-8018-DFE5E2EA7836}" dt="2020-11-12T14:21:56.955" v="367" actId="14100"/>
          <ac:spMkLst>
            <pc:docMk/>
            <pc:sldMk cId="1438161429" sldId="282"/>
            <ac:spMk id="7" creationId="{0F4DBAC4-DEB6-2547-A8DE-B46749F666F9}"/>
          </ac:spMkLst>
        </pc:spChg>
        <pc:graphicFrameChg chg="add mod">
          <ac:chgData name="Lee Barnby" userId="39f99d8d-e7e3-4c24-8daa-b8927982594d" providerId="ADAL" clId="{6A3074E7-E368-1D4A-8018-DFE5E2EA7836}" dt="2020-11-12T14:20:58.479" v="350" actId="1076"/>
          <ac:graphicFrameMkLst>
            <pc:docMk/>
            <pc:sldMk cId="1438161429" sldId="282"/>
            <ac:graphicFrameMk id="8" creationId="{702D1241-9DF3-0849-BB54-E6807CDE5B5B}"/>
          </ac:graphicFrameMkLst>
        </pc:graphicFrameChg>
      </pc:sldChg>
      <pc:sldMasterChg chg="modSp modSldLayout">
        <pc:chgData name="Lee Barnby" userId="39f99d8d-e7e3-4c24-8daa-b8927982594d" providerId="ADAL" clId="{6A3074E7-E368-1D4A-8018-DFE5E2EA7836}" dt="2020-11-12T13:56:47.056" v="43" actId="207"/>
        <pc:sldMasterMkLst>
          <pc:docMk/>
          <pc:sldMasterMk cId="1811904389" sldId="2147483648"/>
        </pc:sldMasterMkLst>
        <pc:spChg chg="mod">
          <ac:chgData name="Lee Barnby" userId="39f99d8d-e7e3-4c24-8daa-b8927982594d" providerId="ADAL" clId="{6A3074E7-E368-1D4A-8018-DFE5E2EA7836}" dt="2020-11-12T13:47:50.604" v="1" actId="113"/>
          <ac:spMkLst>
            <pc:docMk/>
            <pc:sldMasterMk cId="1811904389" sldId="2147483648"/>
            <ac:spMk id="2" creationId="{00000000-0000-0000-0000-000000000000}"/>
          </ac:spMkLst>
        </pc:spChg>
        <pc:sldLayoutChg chg="modSp mod">
          <pc:chgData name="Lee Barnby" userId="39f99d8d-e7e3-4c24-8daa-b8927982594d" providerId="ADAL" clId="{6A3074E7-E368-1D4A-8018-DFE5E2EA7836}" dt="2020-11-12T13:56:47.056" v="43" actId="207"/>
          <pc:sldLayoutMkLst>
            <pc:docMk/>
            <pc:sldMasterMk cId="1811904389" sldId="2147483648"/>
            <pc:sldLayoutMk cId="393266039" sldId="2147483650"/>
          </pc:sldLayoutMkLst>
          <pc:spChg chg="mod">
            <ac:chgData name="Lee Barnby" userId="39f99d8d-e7e3-4c24-8daa-b8927982594d" providerId="ADAL" clId="{6A3074E7-E368-1D4A-8018-DFE5E2EA7836}" dt="2020-11-12T13:56:47.056" v="43" actId="207"/>
            <ac:spMkLst>
              <pc:docMk/>
              <pc:sldMasterMk cId="1811904389" sldId="2147483648"/>
              <pc:sldLayoutMk cId="393266039" sldId="2147483650"/>
              <ac:spMk id="2" creationId="{00000000-0000-0000-0000-000000000000}"/>
            </ac:spMkLst>
          </pc:spChg>
        </pc:sldLayoutChg>
      </pc:sldMasterChg>
    </pc:docChg>
  </pc:docChgLst>
  <pc:docChgLst>
    <pc:chgData name="Lee Barnby" userId="39f99d8d-e7e3-4c24-8daa-b8927982594d" providerId="ADAL" clId="{FCBBA87E-B9A6-AB4A-95B5-68E76F0FD858}"/>
    <pc:docChg chg="undo custSel modSld">
      <pc:chgData name="Lee Barnby" userId="39f99d8d-e7e3-4c24-8daa-b8927982594d" providerId="ADAL" clId="{FCBBA87E-B9A6-AB4A-95B5-68E76F0FD858}" dt="2020-11-13T08:29:50.308" v="269" actId="14100"/>
      <pc:docMkLst>
        <pc:docMk/>
      </pc:docMkLst>
      <pc:sldChg chg="modSp mod">
        <pc:chgData name="Lee Barnby" userId="39f99d8d-e7e3-4c24-8daa-b8927982594d" providerId="ADAL" clId="{FCBBA87E-B9A6-AB4A-95B5-68E76F0FD858}" dt="2020-11-13T08:16:15.327" v="14" actId="20577"/>
        <pc:sldMkLst>
          <pc:docMk/>
          <pc:sldMk cId="1408652796" sldId="256"/>
        </pc:sldMkLst>
        <pc:spChg chg="mod">
          <ac:chgData name="Lee Barnby" userId="39f99d8d-e7e3-4c24-8daa-b8927982594d" providerId="ADAL" clId="{FCBBA87E-B9A6-AB4A-95B5-68E76F0FD858}" dt="2020-11-13T08:16:15.327" v="14" actId="20577"/>
          <ac:spMkLst>
            <pc:docMk/>
            <pc:sldMk cId="1408652796" sldId="256"/>
            <ac:spMk id="4" creationId="{00000000-0000-0000-0000-000000000000}"/>
          </ac:spMkLst>
        </pc:spChg>
      </pc:sldChg>
      <pc:sldChg chg="modSp mod">
        <pc:chgData name="Lee Barnby" userId="39f99d8d-e7e3-4c24-8daa-b8927982594d" providerId="ADAL" clId="{FCBBA87E-B9A6-AB4A-95B5-68E76F0FD858}" dt="2020-11-13T08:18:07.959" v="17" actId="114"/>
        <pc:sldMkLst>
          <pc:docMk/>
          <pc:sldMk cId="135274482" sldId="259"/>
        </pc:sldMkLst>
        <pc:spChg chg="mod">
          <ac:chgData name="Lee Barnby" userId="39f99d8d-e7e3-4c24-8daa-b8927982594d" providerId="ADAL" clId="{FCBBA87E-B9A6-AB4A-95B5-68E76F0FD858}" dt="2020-11-13T08:18:07.959" v="17" actId="114"/>
          <ac:spMkLst>
            <pc:docMk/>
            <pc:sldMk cId="135274482" sldId="259"/>
            <ac:spMk id="8" creationId="{00000000-0000-0000-0000-000000000000}"/>
          </ac:spMkLst>
        </pc:spChg>
      </pc:sldChg>
      <pc:sldChg chg="modSp mod">
        <pc:chgData name="Lee Barnby" userId="39f99d8d-e7e3-4c24-8daa-b8927982594d" providerId="ADAL" clId="{FCBBA87E-B9A6-AB4A-95B5-68E76F0FD858}" dt="2020-11-13T08:18:37.899" v="19" actId="207"/>
        <pc:sldMkLst>
          <pc:docMk/>
          <pc:sldMk cId="837664683" sldId="261"/>
        </pc:sldMkLst>
        <pc:spChg chg="mod">
          <ac:chgData name="Lee Barnby" userId="39f99d8d-e7e3-4c24-8daa-b8927982594d" providerId="ADAL" clId="{FCBBA87E-B9A6-AB4A-95B5-68E76F0FD858}" dt="2020-11-13T08:18:37.899" v="19" actId="207"/>
          <ac:spMkLst>
            <pc:docMk/>
            <pc:sldMk cId="837664683" sldId="261"/>
            <ac:spMk id="3" creationId="{00000000-0000-0000-0000-000000000000}"/>
          </ac:spMkLst>
        </pc:spChg>
      </pc:sldChg>
      <pc:sldChg chg="modSp mod">
        <pc:chgData name="Lee Barnby" userId="39f99d8d-e7e3-4c24-8daa-b8927982594d" providerId="ADAL" clId="{FCBBA87E-B9A6-AB4A-95B5-68E76F0FD858}" dt="2020-11-13T08:18:53.705" v="21" actId="113"/>
        <pc:sldMkLst>
          <pc:docMk/>
          <pc:sldMk cId="1252866496" sldId="262"/>
        </pc:sldMkLst>
        <pc:spChg chg="mod">
          <ac:chgData name="Lee Barnby" userId="39f99d8d-e7e3-4c24-8daa-b8927982594d" providerId="ADAL" clId="{FCBBA87E-B9A6-AB4A-95B5-68E76F0FD858}" dt="2020-11-13T08:18:53.705" v="21" actId="113"/>
          <ac:spMkLst>
            <pc:docMk/>
            <pc:sldMk cId="1252866496" sldId="262"/>
            <ac:spMk id="3" creationId="{00000000-0000-0000-0000-000000000000}"/>
          </ac:spMkLst>
        </pc:spChg>
      </pc:sldChg>
      <pc:sldChg chg="modSp mod">
        <pc:chgData name="Lee Barnby" userId="39f99d8d-e7e3-4c24-8daa-b8927982594d" providerId="ADAL" clId="{FCBBA87E-B9A6-AB4A-95B5-68E76F0FD858}" dt="2020-11-13T08:19:11.308" v="23" actId="114"/>
        <pc:sldMkLst>
          <pc:docMk/>
          <pc:sldMk cId="71813352" sldId="263"/>
        </pc:sldMkLst>
        <pc:spChg chg="mod">
          <ac:chgData name="Lee Barnby" userId="39f99d8d-e7e3-4c24-8daa-b8927982594d" providerId="ADAL" clId="{FCBBA87E-B9A6-AB4A-95B5-68E76F0FD858}" dt="2020-11-13T08:19:11.308" v="23" actId="114"/>
          <ac:spMkLst>
            <pc:docMk/>
            <pc:sldMk cId="71813352" sldId="263"/>
            <ac:spMk id="3" creationId="{00000000-0000-0000-0000-000000000000}"/>
          </ac:spMkLst>
        </pc:spChg>
      </pc:sldChg>
      <pc:sldChg chg="modSp mod">
        <pc:chgData name="Lee Barnby" userId="39f99d8d-e7e3-4c24-8daa-b8927982594d" providerId="ADAL" clId="{FCBBA87E-B9A6-AB4A-95B5-68E76F0FD858}" dt="2020-11-13T08:26:04.088" v="227" actId="114"/>
        <pc:sldMkLst>
          <pc:docMk/>
          <pc:sldMk cId="1697474952" sldId="270"/>
        </pc:sldMkLst>
        <pc:spChg chg="mod">
          <ac:chgData name="Lee Barnby" userId="39f99d8d-e7e3-4c24-8daa-b8927982594d" providerId="ADAL" clId="{FCBBA87E-B9A6-AB4A-95B5-68E76F0FD858}" dt="2020-11-13T08:26:04.088" v="227" actId="114"/>
          <ac:spMkLst>
            <pc:docMk/>
            <pc:sldMk cId="1697474952" sldId="270"/>
            <ac:spMk id="3" creationId="{00000000-0000-0000-0000-000000000000}"/>
          </ac:spMkLst>
        </pc:spChg>
      </pc:sldChg>
      <pc:sldChg chg="modSp mod">
        <pc:chgData name="Lee Barnby" userId="39f99d8d-e7e3-4c24-8daa-b8927982594d" providerId="ADAL" clId="{FCBBA87E-B9A6-AB4A-95B5-68E76F0FD858}" dt="2020-11-13T08:29:50.308" v="269" actId="14100"/>
        <pc:sldMkLst>
          <pc:docMk/>
          <pc:sldMk cId="2063471605" sldId="275"/>
        </pc:sldMkLst>
        <pc:picChg chg="mod">
          <ac:chgData name="Lee Barnby" userId="39f99d8d-e7e3-4c24-8daa-b8927982594d" providerId="ADAL" clId="{FCBBA87E-B9A6-AB4A-95B5-68E76F0FD858}" dt="2020-11-13T08:29:50.308" v="269" actId="14100"/>
          <ac:picMkLst>
            <pc:docMk/>
            <pc:sldMk cId="2063471605" sldId="275"/>
            <ac:picMk id="7" creationId="{00000000-0000-0000-0000-000000000000}"/>
          </ac:picMkLst>
        </pc:picChg>
      </pc:sldChg>
      <pc:sldChg chg="modSp mod">
        <pc:chgData name="Lee Barnby" userId="39f99d8d-e7e3-4c24-8daa-b8927982594d" providerId="ADAL" clId="{FCBBA87E-B9A6-AB4A-95B5-68E76F0FD858}" dt="2020-11-13T08:29:29.021" v="267" actId="20577"/>
        <pc:sldMkLst>
          <pc:docMk/>
          <pc:sldMk cId="1955505900" sldId="278"/>
        </pc:sldMkLst>
        <pc:spChg chg="mod">
          <ac:chgData name="Lee Barnby" userId="39f99d8d-e7e3-4c24-8daa-b8927982594d" providerId="ADAL" clId="{FCBBA87E-B9A6-AB4A-95B5-68E76F0FD858}" dt="2020-11-13T08:29:29.021" v="267" actId="20577"/>
          <ac:spMkLst>
            <pc:docMk/>
            <pc:sldMk cId="1955505900" sldId="278"/>
            <ac:spMk id="10" creationId="{EED97DE4-AFF8-E64D-A8AC-93F47F540BE5}"/>
          </ac:spMkLst>
        </pc:spChg>
      </pc:sldChg>
      <pc:sldChg chg="addSp delSp modSp mod">
        <pc:chgData name="Lee Barnby" userId="39f99d8d-e7e3-4c24-8daa-b8927982594d" providerId="ADAL" clId="{FCBBA87E-B9A6-AB4A-95B5-68E76F0FD858}" dt="2020-11-13T08:25:04.623" v="217" actId="1076"/>
        <pc:sldMkLst>
          <pc:docMk/>
          <pc:sldMk cId="2374328908" sldId="279"/>
        </pc:sldMkLst>
        <pc:spChg chg="mod">
          <ac:chgData name="Lee Barnby" userId="39f99d8d-e7e3-4c24-8daa-b8927982594d" providerId="ADAL" clId="{FCBBA87E-B9A6-AB4A-95B5-68E76F0FD858}" dt="2020-11-13T08:22:53.206" v="33" actId="14100"/>
          <ac:spMkLst>
            <pc:docMk/>
            <pc:sldMk cId="2374328908" sldId="279"/>
            <ac:spMk id="3" creationId="{1EEDABA4-44F8-044F-9126-AE682930FFBA}"/>
          </ac:spMkLst>
        </pc:spChg>
        <pc:picChg chg="add del mod">
          <ac:chgData name="Lee Barnby" userId="39f99d8d-e7e3-4c24-8daa-b8927982594d" providerId="ADAL" clId="{FCBBA87E-B9A6-AB4A-95B5-68E76F0FD858}" dt="2020-11-13T08:22:19.053" v="27" actId="478"/>
          <ac:picMkLst>
            <pc:docMk/>
            <pc:sldMk cId="2374328908" sldId="279"/>
            <ac:picMk id="8" creationId="{73FD1359-443D-7948-8617-2A34E2B81515}"/>
          </ac:picMkLst>
        </pc:picChg>
        <pc:picChg chg="add mod">
          <ac:chgData name="Lee Barnby" userId="39f99d8d-e7e3-4c24-8daa-b8927982594d" providerId="ADAL" clId="{FCBBA87E-B9A6-AB4A-95B5-68E76F0FD858}" dt="2020-11-13T08:25:04.623" v="217" actId="1076"/>
          <ac:picMkLst>
            <pc:docMk/>
            <pc:sldMk cId="2374328908" sldId="279"/>
            <ac:picMk id="10" creationId="{6E45805F-A8EF-2B4B-902F-68D54C2E43EE}"/>
          </ac:picMkLst>
        </pc:picChg>
      </pc:sldChg>
    </pc:docChg>
  </pc:docChgLst>
  <pc:docChgLst>
    <pc:chgData name="Lee Barnby" userId="39f99d8d-e7e3-4c24-8daa-b8927982594d" providerId="ADAL" clId="{98B02FA8-A6EA-D24D-9198-1F9183B7EFD7}"/>
    <pc:docChg chg="undo custSel addSld delSld modSld modMainMaster">
      <pc:chgData name="Lee Barnby" userId="39f99d8d-e7e3-4c24-8daa-b8927982594d" providerId="ADAL" clId="{98B02FA8-A6EA-D24D-9198-1F9183B7EFD7}" dt="2024-11-11T15:31:06.192" v="4143" actId="207"/>
      <pc:docMkLst>
        <pc:docMk/>
      </pc:docMkLst>
      <pc:sldChg chg="modSp mod">
        <pc:chgData name="Lee Barnby" userId="39f99d8d-e7e3-4c24-8daa-b8927982594d" providerId="ADAL" clId="{98B02FA8-A6EA-D24D-9198-1F9183B7EFD7}" dt="2024-11-11T12:07:57.607" v="3744" actId="962"/>
        <pc:sldMkLst>
          <pc:docMk/>
          <pc:sldMk cId="1408652796" sldId="256"/>
        </pc:sldMkLst>
        <pc:picChg chg="mod">
          <ac:chgData name="Lee Barnby" userId="39f99d8d-e7e3-4c24-8daa-b8927982594d" providerId="ADAL" clId="{98B02FA8-A6EA-D24D-9198-1F9183B7EFD7}" dt="2024-11-11T12:07:57.607" v="3744" actId="962"/>
          <ac:picMkLst>
            <pc:docMk/>
            <pc:sldMk cId="1408652796" sldId="256"/>
            <ac:picMk id="10" creationId="{56550A1A-1564-6845-B548-474885FECB2B}"/>
          </ac:picMkLst>
        </pc:picChg>
      </pc:sldChg>
      <pc:sldChg chg="modSp mod">
        <pc:chgData name="Lee Barnby" userId="39f99d8d-e7e3-4c24-8daa-b8927982594d" providerId="ADAL" clId="{98B02FA8-A6EA-D24D-9198-1F9183B7EFD7}" dt="2024-11-11T15:31:06.192" v="4143" actId="207"/>
        <pc:sldMkLst>
          <pc:docMk/>
          <pc:sldMk cId="135274482" sldId="259"/>
        </pc:sldMkLst>
        <pc:spChg chg="mod">
          <ac:chgData name="Lee Barnby" userId="39f99d8d-e7e3-4c24-8daa-b8927982594d" providerId="ADAL" clId="{98B02FA8-A6EA-D24D-9198-1F9183B7EFD7}" dt="2024-11-11T15:31:06.192" v="4143" actId="207"/>
          <ac:spMkLst>
            <pc:docMk/>
            <pc:sldMk cId="135274482" sldId="259"/>
            <ac:spMk id="9" creationId="{00000000-0000-0000-0000-000000000000}"/>
          </ac:spMkLst>
        </pc:spChg>
        <pc:picChg chg="mod">
          <ac:chgData name="Lee Barnby" userId="39f99d8d-e7e3-4c24-8daa-b8927982594d" providerId="ADAL" clId="{98B02FA8-A6EA-D24D-9198-1F9183B7EFD7}" dt="2024-11-11T12:08:24.295" v="3864" actId="962"/>
          <ac:picMkLst>
            <pc:docMk/>
            <pc:sldMk cId="135274482" sldId="259"/>
            <ac:picMk id="7" creationId="{00000000-0000-0000-0000-000000000000}"/>
          </ac:picMkLst>
        </pc:picChg>
      </pc:sldChg>
      <pc:sldChg chg="addSp modSp mod">
        <pc:chgData name="Lee Barnby" userId="39f99d8d-e7e3-4c24-8daa-b8927982594d" providerId="ADAL" clId="{98B02FA8-A6EA-D24D-9198-1F9183B7EFD7}" dt="2024-11-11T11:19:29.254" v="47" actId="207"/>
        <pc:sldMkLst>
          <pc:docMk/>
          <pc:sldMk cId="1252866496" sldId="262"/>
        </pc:sldMkLst>
        <pc:spChg chg="add mod">
          <ac:chgData name="Lee Barnby" userId="39f99d8d-e7e3-4c24-8daa-b8927982594d" providerId="ADAL" clId="{98B02FA8-A6EA-D24D-9198-1F9183B7EFD7}" dt="2024-11-11T11:19:29.254" v="47" actId="207"/>
          <ac:spMkLst>
            <pc:docMk/>
            <pc:sldMk cId="1252866496" sldId="262"/>
            <ac:spMk id="7" creationId="{E4E151B2-D6C5-FE41-FCF3-F768E6DA3CE5}"/>
          </ac:spMkLst>
        </pc:spChg>
      </pc:sldChg>
      <pc:sldChg chg="del">
        <pc:chgData name="Lee Barnby" userId="39f99d8d-e7e3-4c24-8daa-b8927982594d" providerId="ADAL" clId="{98B02FA8-A6EA-D24D-9198-1F9183B7EFD7}" dt="2024-11-11T12:22:02.746" v="4126" actId="2696"/>
        <pc:sldMkLst>
          <pc:docMk/>
          <pc:sldMk cId="1238328405" sldId="264"/>
        </pc:sldMkLst>
      </pc:sldChg>
      <pc:sldChg chg="modSp mod">
        <pc:chgData name="Lee Barnby" userId="39f99d8d-e7e3-4c24-8daa-b8927982594d" providerId="ADAL" clId="{98B02FA8-A6EA-D24D-9198-1F9183B7EFD7}" dt="2024-11-11T11:23:27.224" v="48" actId="20577"/>
        <pc:sldMkLst>
          <pc:docMk/>
          <pc:sldMk cId="1496541681" sldId="265"/>
        </pc:sldMkLst>
        <pc:spChg chg="mod">
          <ac:chgData name="Lee Barnby" userId="39f99d8d-e7e3-4c24-8daa-b8927982594d" providerId="ADAL" clId="{98B02FA8-A6EA-D24D-9198-1F9183B7EFD7}" dt="2024-11-11T11:23:27.224" v="48" actId="20577"/>
          <ac:spMkLst>
            <pc:docMk/>
            <pc:sldMk cId="1496541681" sldId="265"/>
            <ac:spMk id="3" creationId="{00000000-0000-0000-0000-000000000000}"/>
          </ac:spMkLst>
        </pc:spChg>
      </pc:sldChg>
      <pc:sldChg chg="modSp mod">
        <pc:chgData name="Lee Barnby" userId="39f99d8d-e7e3-4c24-8daa-b8927982594d" providerId="ADAL" clId="{98B02FA8-A6EA-D24D-9198-1F9183B7EFD7}" dt="2024-11-11T11:26:38.646" v="51" actId="114"/>
        <pc:sldMkLst>
          <pc:docMk/>
          <pc:sldMk cId="190285176" sldId="273"/>
        </pc:sldMkLst>
        <pc:spChg chg="mod">
          <ac:chgData name="Lee Barnby" userId="39f99d8d-e7e3-4c24-8daa-b8927982594d" providerId="ADAL" clId="{98B02FA8-A6EA-D24D-9198-1F9183B7EFD7}" dt="2024-11-11T11:26:38.646" v="51" actId="114"/>
          <ac:spMkLst>
            <pc:docMk/>
            <pc:sldMk cId="190285176" sldId="273"/>
            <ac:spMk id="3" creationId="{00000000-0000-0000-0000-000000000000}"/>
          </ac:spMkLst>
        </pc:spChg>
      </pc:sldChg>
      <pc:sldChg chg="del">
        <pc:chgData name="Lee Barnby" userId="39f99d8d-e7e3-4c24-8daa-b8927982594d" providerId="ADAL" clId="{98B02FA8-A6EA-D24D-9198-1F9183B7EFD7}" dt="2024-11-11T11:36:46.329" v="1339" actId="2696"/>
        <pc:sldMkLst>
          <pc:docMk/>
          <pc:sldMk cId="2063471605" sldId="275"/>
        </pc:sldMkLst>
      </pc:sldChg>
      <pc:sldChg chg="del">
        <pc:chgData name="Lee Barnby" userId="39f99d8d-e7e3-4c24-8daa-b8927982594d" providerId="ADAL" clId="{98B02FA8-A6EA-D24D-9198-1F9183B7EFD7}" dt="2024-11-11T11:44:30.697" v="1647" actId="2696"/>
        <pc:sldMkLst>
          <pc:docMk/>
          <pc:sldMk cId="1053849832" sldId="276"/>
        </pc:sldMkLst>
      </pc:sldChg>
      <pc:sldChg chg="del">
        <pc:chgData name="Lee Barnby" userId="39f99d8d-e7e3-4c24-8daa-b8927982594d" providerId="ADAL" clId="{98B02FA8-A6EA-D24D-9198-1F9183B7EFD7}" dt="2024-11-11T11:51:39.996" v="2449" actId="2696"/>
        <pc:sldMkLst>
          <pc:docMk/>
          <pc:sldMk cId="1756489615" sldId="277"/>
        </pc:sldMkLst>
      </pc:sldChg>
      <pc:sldChg chg="modSp mod">
        <pc:chgData name="Lee Barnby" userId="39f99d8d-e7e3-4c24-8daa-b8927982594d" providerId="ADAL" clId="{98B02FA8-A6EA-D24D-9198-1F9183B7EFD7}" dt="2024-11-11T11:29:02.527" v="523" actId="962"/>
        <pc:sldMkLst>
          <pc:docMk/>
          <pc:sldMk cId="1955505900" sldId="278"/>
        </pc:sldMkLst>
        <pc:picChg chg="mod">
          <ac:chgData name="Lee Barnby" userId="39f99d8d-e7e3-4c24-8daa-b8927982594d" providerId="ADAL" clId="{98B02FA8-A6EA-D24D-9198-1F9183B7EFD7}" dt="2024-11-11T11:29:02.527" v="523" actId="962"/>
          <ac:picMkLst>
            <pc:docMk/>
            <pc:sldMk cId="1955505900" sldId="278"/>
            <ac:picMk id="9" creationId="{14ECB8E7-1031-9040-86F3-0D3E4CEB2AD1}"/>
          </ac:picMkLst>
        </pc:picChg>
      </pc:sldChg>
      <pc:sldChg chg="modSp mod">
        <pc:chgData name="Lee Barnby" userId="39f99d8d-e7e3-4c24-8daa-b8927982594d" providerId="ADAL" clId="{98B02FA8-A6EA-D24D-9198-1F9183B7EFD7}" dt="2024-11-11T12:22:56.446" v="4142" actId="20577"/>
        <pc:sldMkLst>
          <pc:docMk/>
          <pc:sldMk cId="2374328908" sldId="279"/>
        </pc:sldMkLst>
        <pc:spChg chg="mod">
          <ac:chgData name="Lee Barnby" userId="39f99d8d-e7e3-4c24-8daa-b8927982594d" providerId="ADAL" clId="{98B02FA8-A6EA-D24D-9198-1F9183B7EFD7}" dt="2024-11-11T12:22:13.111" v="4128" actId="1076"/>
          <ac:spMkLst>
            <pc:docMk/>
            <pc:sldMk cId="2374328908" sldId="279"/>
            <ac:spMk id="2" creationId="{D0E0FA6E-D83C-754F-B094-AB036A8640C0}"/>
          </ac:spMkLst>
        </pc:spChg>
        <pc:spChg chg="mod">
          <ac:chgData name="Lee Barnby" userId="39f99d8d-e7e3-4c24-8daa-b8927982594d" providerId="ADAL" clId="{98B02FA8-A6EA-D24D-9198-1F9183B7EFD7}" dt="2024-11-11T12:22:56.446" v="4142" actId="20577"/>
          <ac:spMkLst>
            <pc:docMk/>
            <pc:sldMk cId="2374328908" sldId="279"/>
            <ac:spMk id="3" creationId="{1EEDABA4-44F8-044F-9126-AE682930FFBA}"/>
          </ac:spMkLst>
        </pc:spChg>
      </pc:sldChg>
      <pc:sldChg chg="modSp mod">
        <pc:chgData name="Lee Barnby" userId="39f99d8d-e7e3-4c24-8daa-b8927982594d" providerId="ADAL" clId="{98B02FA8-A6EA-D24D-9198-1F9183B7EFD7}" dt="2024-11-11T12:05:39.738" v="3109" actId="20577"/>
        <pc:sldMkLst>
          <pc:docMk/>
          <pc:sldMk cId="3540184721" sldId="281"/>
        </pc:sldMkLst>
        <pc:spChg chg="mod">
          <ac:chgData name="Lee Barnby" userId="39f99d8d-e7e3-4c24-8daa-b8927982594d" providerId="ADAL" clId="{98B02FA8-A6EA-D24D-9198-1F9183B7EFD7}" dt="2024-11-11T12:05:39.738" v="3109" actId="20577"/>
          <ac:spMkLst>
            <pc:docMk/>
            <pc:sldMk cId="3540184721" sldId="281"/>
            <ac:spMk id="6" creationId="{3FA91F0F-1F59-9449-8348-D52E534330B6}"/>
          </ac:spMkLst>
        </pc:spChg>
      </pc:sldChg>
      <pc:sldChg chg="modSp mod">
        <pc:chgData name="Lee Barnby" userId="39f99d8d-e7e3-4c24-8daa-b8927982594d" providerId="ADAL" clId="{98B02FA8-A6EA-D24D-9198-1F9183B7EFD7}" dt="2024-11-11T12:02:08.220" v="2455" actId="20577"/>
        <pc:sldMkLst>
          <pc:docMk/>
          <pc:sldMk cId="1438161429" sldId="282"/>
        </pc:sldMkLst>
        <pc:spChg chg="mod">
          <ac:chgData name="Lee Barnby" userId="39f99d8d-e7e3-4c24-8daa-b8927982594d" providerId="ADAL" clId="{98B02FA8-A6EA-D24D-9198-1F9183B7EFD7}" dt="2024-11-11T12:02:08.220" v="2455" actId="20577"/>
          <ac:spMkLst>
            <pc:docMk/>
            <pc:sldMk cId="1438161429" sldId="282"/>
            <ac:spMk id="7" creationId="{0F4DBAC4-DEB6-2547-A8DE-B46749F666F9}"/>
          </ac:spMkLst>
        </pc:spChg>
      </pc:sldChg>
      <pc:sldChg chg="modSp mod">
        <pc:chgData name="Lee Barnby" userId="39f99d8d-e7e3-4c24-8daa-b8927982594d" providerId="ADAL" clId="{98B02FA8-A6EA-D24D-9198-1F9183B7EFD7}" dt="2024-11-11T12:05:00.338" v="3070" actId="962"/>
        <pc:sldMkLst>
          <pc:docMk/>
          <pc:sldMk cId="2081475403" sldId="283"/>
        </pc:sldMkLst>
        <pc:spChg chg="mod">
          <ac:chgData name="Lee Barnby" userId="39f99d8d-e7e3-4c24-8daa-b8927982594d" providerId="ADAL" clId="{98B02FA8-A6EA-D24D-9198-1F9183B7EFD7}" dt="2024-11-11T12:02:36.401" v="2456" actId="114"/>
          <ac:spMkLst>
            <pc:docMk/>
            <pc:sldMk cId="2081475403" sldId="283"/>
            <ac:spMk id="3" creationId="{0FCC6EC9-31F8-5335-4A3C-8AC543A3228E}"/>
          </ac:spMkLst>
        </pc:spChg>
        <pc:picChg chg="mod">
          <ac:chgData name="Lee Barnby" userId="39f99d8d-e7e3-4c24-8daa-b8927982594d" providerId="ADAL" clId="{98B02FA8-A6EA-D24D-9198-1F9183B7EFD7}" dt="2024-11-11T12:05:00.338" v="3070" actId="962"/>
          <ac:picMkLst>
            <pc:docMk/>
            <pc:sldMk cId="2081475403" sldId="283"/>
            <ac:picMk id="7" creationId="{BFA575A2-C81D-3410-8C65-47A9FDAED659}"/>
          </ac:picMkLst>
        </pc:picChg>
      </pc:sldChg>
      <pc:sldChg chg="addSp delSp modSp add mod">
        <pc:chgData name="Lee Barnby" userId="39f99d8d-e7e3-4c24-8daa-b8927982594d" providerId="ADAL" clId="{98B02FA8-A6EA-D24D-9198-1F9183B7EFD7}" dt="2024-11-11T11:34:50.174" v="1335" actId="207"/>
        <pc:sldMkLst>
          <pc:docMk/>
          <pc:sldMk cId="248146539" sldId="284"/>
        </pc:sldMkLst>
        <pc:spChg chg="add mod">
          <ac:chgData name="Lee Barnby" userId="39f99d8d-e7e3-4c24-8daa-b8927982594d" providerId="ADAL" clId="{98B02FA8-A6EA-D24D-9198-1F9183B7EFD7}" dt="2024-11-11T11:34:50.174" v="1335" actId="207"/>
          <ac:spMkLst>
            <pc:docMk/>
            <pc:sldMk cId="248146539" sldId="284"/>
            <ac:spMk id="8" creationId="{217C0957-9536-A619-1107-46ADF6C44C73}"/>
          </ac:spMkLst>
        </pc:spChg>
        <pc:picChg chg="del">
          <ac:chgData name="Lee Barnby" userId="39f99d8d-e7e3-4c24-8daa-b8927982594d" providerId="ADAL" clId="{98B02FA8-A6EA-D24D-9198-1F9183B7EFD7}" dt="2024-11-11T11:29:47.087" v="525" actId="478"/>
          <ac:picMkLst>
            <pc:docMk/>
            <pc:sldMk cId="248146539" sldId="284"/>
            <ac:picMk id="7" creationId="{BE262657-E8A2-7D1B-BA3A-74098E57A05D}"/>
          </ac:picMkLst>
        </pc:picChg>
      </pc:sldChg>
      <pc:sldChg chg="addSp delSp modSp add mod">
        <pc:chgData name="Lee Barnby" userId="39f99d8d-e7e3-4c24-8daa-b8927982594d" providerId="ADAL" clId="{98B02FA8-A6EA-D24D-9198-1F9183B7EFD7}" dt="2024-11-11T11:44:16.092" v="1646" actId="113"/>
        <pc:sldMkLst>
          <pc:docMk/>
          <pc:sldMk cId="3570985785" sldId="285"/>
        </pc:sldMkLst>
        <pc:spChg chg="add mod">
          <ac:chgData name="Lee Barnby" userId="39f99d8d-e7e3-4c24-8daa-b8927982594d" providerId="ADAL" clId="{98B02FA8-A6EA-D24D-9198-1F9183B7EFD7}" dt="2024-11-11T11:44:16.092" v="1646" actId="113"/>
          <ac:spMkLst>
            <pc:docMk/>
            <pc:sldMk cId="3570985785" sldId="285"/>
            <ac:spMk id="8" creationId="{BA2D981E-C4E6-D5B9-C998-5FB29D06D6ED}"/>
          </ac:spMkLst>
        </pc:spChg>
        <pc:picChg chg="del">
          <ac:chgData name="Lee Barnby" userId="39f99d8d-e7e3-4c24-8daa-b8927982594d" providerId="ADAL" clId="{98B02FA8-A6EA-D24D-9198-1F9183B7EFD7}" dt="2024-11-11T11:40:45.606" v="1341" actId="478"/>
          <ac:picMkLst>
            <pc:docMk/>
            <pc:sldMk cId="3570985785" sldId="285"/>
            <ac:picMk id="7" creationId="{3B596469-8F81-9BAD-AC76-1F03D3C1C2C4}"/>
          </ac:picMkLst>
        </pc:picChg>
      </pc:sldChg>
      <pc:sldChg chg="addSp delSp modSp add mod">
        <pc:chgData name="Lee Barnby" userId="39f99d8d-e7e3-4c24-8daa-b8927982594d" providerId="ADAL" clId="{98B02FA8-A6EA-D24D-9198-1F9183B7EFD7}" dt="2024-11-11T12:01:55.730" v="2454" actId="207"/>
        <pc:sldMkLst>
          <pc:docMk/>
          <pc:sldMk cId="859026890" sldId="286"/>
        </pc:sldMkLst>
        <pc:spChg chg="add mod">
          <ac:chgData name="Lee Barnby" userId="39f99d8d-e7e3-4c24-8daa-b8927982594d" providerId="ADAL" clId="{98B02FA8-A6EA-D24D-9198-1F9183B7EFD7}" dt="2024-11-11T12:01:55.730" v="2454" actId="207"/>
          <ac:spMkLst>
            <pc:docMk/>
            <pc:sldMk cId="859026890" sldId="286"/>
            <ac:spMk id="8" creationId="{B6ED0E23-31B6-D8C1-1C29-47629AB3630C}"/>
          </ac:spMkLst>
        </pc:spChg>
        <pc:picChg chg="del">
          <ac:chgData name="Lee Barnby" userId="39f99d8d-e7e3-4c24-8daa-b8927982594d" providerId="ADAL" clId="{98B02FA8-A6EA-D24D-9198-1F9183B7EFD7}" dt="2024-11-11T11:44:42.701" v="1649" actId="478"/>
          <ac:picMkLst>
            <pc:docMk/>
            <pc:sldMk cId="859026890" sldId="286"/>
            <ac:picMk id="7" creationId="{9C39777A-E0BF-D8EF-24A8-B9517C73059A}"/>
          </ac:picMkLst>
        </pc:picChg>
      </pc:sldChg>
      <pc:sldChg chg="addSp delSp modSp add mod">
        <pc:chgData name="Lee Barnby" userId="39f99d8d-e7e3-4c24-8daa-b8927982594d" providerId="ADAL" clId="{98B02FA8-A6EA-D24D-9198-1F9183B7EFD7}" dt="2024-11-11T12:21:51.086" v="4125" actId="1076"/>
        <pc:sldMkLst>
          <pc:docMk/>
          <pc:sldMk cId="2680696839" sldId="287"/>
        </pc:sldMkLst>
        <pc:spChg chg="mod">
          <ac:chgData name="Lee Barnby" userId="39f99d8d-e7e3-4c24-8daa-b8927982594d" providerId="ADAL" clId="{98B02FA8-A6EA-D24D-9198-1F9183B7EFD7}" dt="2024-11-11T12:21:51.086" v="4125" actId="1076"/>
          <ac:spMkLst>
            <pc:docMk/>
            <pc:sldMk cId="2680696839" sldId="287"/>
            <ac:spMk id="7" creationId="{3CC71A39-EDE6-3757-2B7C-39813DB27B43}"/>
          </ac:spMkLst>
        </pc:spChg>
        <pc:graphicFrameChg chg="add mod modGraphic">
          <ac:chgData name="Lee Barnby" userId="39f99d8d-e7e3-4c24-8daa-b8927982594d" providerId="ADAL" clId="{98B02FA8-A6EA-D24D-9198-1F9183B7EFD7}" dt="2024-11-11T12:20:59.575" v="4122" actId="242"/>
          <ac:graphicFrameMkLst>
            <pc:docMk/>
            <pc:sldMk cId="2680696839" sldId="287"/>
            <ac:graphicFrameMk id="8" creationId="{6D5D209F-8237-9A30-DFF5-6521B4A0BA14}"/>
          </ac:graphicFrameMkLst>
        </pc:graphicFrameChg>
        <pc:picChg chg="del">
          <ac:chgData name="Lee Barnby" userId="39f99d8d-e7e3-4c24-8daa-b8927982594d" providerId="ADAL" clId="{98B02FA8-A6EA-D24D-9198-1F9183B7EFD7}" dt="2024-11-11T12:09:01.838" v="3866" actId="478"/>
          <ac:picMkLst>
            <pc:docMk/>
            <pc:sldMk cId="2680696839" sldId="287"/>
            <ac:picMk id="9" creationId="{ED6830BD-D583-A26E-6FAD-BF1495610242}"/>
          </ac:picMkLst>
        </pc:picChg>
      </pc:sldChg>
      <pc:sldMasterChg chg="modSp modSldLayout">
        <pc:chgData name="Lee Barnby" userId="39f99d8d-e7e3-4c24-8daa-b8927982594d" providerId="ADAL" clId="{98B02FA8-A6EA-D24D-9198-1F9183B7EFD7}" dt="2024-11-11T11:35:47.772" v="1338" actId="207"/>
        <pc:sldMasterMkLst>
          <pc:docMk/>
          <pc:sldMasterMk cId="1811904389" sldId="2147483648"/>
        </pc:sldMasterMkLst>
        <pc:spChg chg="mod">
          <ac:chgData name="Lee Barnby" userId="39f99d8d-e7e3-4c24-8daa-b8927982594d" providerId="ADAL" clId="{98B02FA8-A6EA-D24D-9198-1F9183B7EFD7}" dt="2024-11-11T11:35:47.772" v="1338" actId="207"/>
          <ac:spMkLst>
            <pc:docMk/>
            <pc:sldMasterMk cId="1811904389" sldId="2147483648"/>
            <ac:spMk id="4" creationId="{00000000-0000-0000-0000-000000000000}"/>
          </ac:spMkLst>
        </pc:spChg>
        <pc:spChg chg="mod">
          <ac:chgData name="Lee Barnby" userId="39f99d8d-e7e3-4c24-8daa-b8927982594d" providerId="ADAL" clId="{98B02FA8-A6EA-D24D-9198-1F9183B7EFD7}" dt="2024-11-11T11:35:47.772" v="1338" actId="207"/>
          <ac:spMkLst>
            <pc:docMk/>
            <pc:sldMasterMk cId="1811904389" sldId="2147483648"/>
            <ac:spMk id="5" creationId="{00000000-0000-0000-0000-000000000000}"/>
          </ac:spMkLst>
        </pc:spChg>
        <pc:spChg chg="mod">
          <ac:chgData name="Lee Barnby" userId="39f99d8d-e7e3-4c24-8daa-b8927982594d" providerId="ADAL" clId="{98B02FA8-A6EA-D24D-9198-1F9183B7EFD7}" dt="2024-11-11T11:35:47.772" v="1338" actId="207"/>
          <ac:spMkLst>
            <pc:docMk/>
            <pc:sldMasterMk cId="1811904389" sldId="2147483648"/>
            <ac:spMk id="6" creationId="{00000000-0000-0000-0000-000000000000}"/>
          </ac:spMkLst>
        </pc:spChg>
        <pc:sldLayoutChg chg="modSp">
          <pc:chgData name="Lee Barnby" userId="39f99d8d-e7e3-4c24-8daa-b8927982594d" providerId="ADAL" clId="{98B02FA8-A6EA-D24D-9198-1F9183B7EFD7}" dt="2024-11-11T11:35:37.324" v="1337" actId="207"/>
          <pc:sldLayoutMkLst>
            <pc:docMk/>
            <pc:sldMasterMk cId="1811904389" sldId="2147483648"/>
            <pc:sldLayoutMk cId="1358951463" sldId="2147483649"/>
          </pc:sldLayoutMkLst>
          <pc:spChg chg="mod">
            <ac:chgData name="Lee Barnby" userId="39f99d8d-e7e3-4c24-8daa-b8927982594d" providerId="ADAL" clId="{98B02FA8-A6EA-D24D-9198-1F9183B7EFD7}" dt="2024-11-11T11:35:37.324" v="1337" actId="207"/>
            <ac:spMkLst>
              <pc:docMk/>
              <pc:sldMasterMk cId="1811904389" sldId="2147483648"/>
              <pc:sldLayoutMk cId="1358951463" sldId="2147483649"/>
              <ac:spMk id="4" creationId="{00000000-0000-0000-0000-000000000000}"/>
            </ac:spMkLst>
          </pc:spChg>
          <pc:spChg chg="mod">
            <ac:chgData name="Lee Barnby" userId="39f99d8d-e7e3-4c24-8daa-b8927982594d" providerId="ADAL" clId="{98B02FA8-A6EA-D24D-9198-1F9183B7EFD7}" dt="2024-11-11T11:35:37.324" v="1337" actId="207"/>
            <ac:spMkLst>
              <pc:docMk/>
              <pc:sldMasterMk cId="1811904389" sldId="2147483648"/>
              <pc:sldLayoutMk cId="1358951463" sldId="2147483649"/>
              <ac:spMk id="5" creationId="{00000000-0000-0000-0000-000000000000}"/>
            </ac:spMkLst>
          </pc:spChg>
          <pc:spChg chg="mod">
            <ac:chgData name="Lee Barnby" userId="39f99d8d-e7e3-4c24-8daa-b8927982594d" providerId="ADAL" clId="{98B02FA8-A6EA-D24D-9198-1F9183B7EFD7}" dt="2024-11-11T11:35:37.324" v="1337" actId="207"/>
            <ac:spMkLst>
              <pc:docMk/>
              <pc:sldMasterMk cId="1811904389" sldId="2147483648"/>
              <pc:sldLayoutMk cId="1358951463" sldId="2147483649"/>
              <ac:spMk id="6" creationId="{00000000-0000-0000-0000-000000000000}"/>
            </ac:spMkLst>
          </pc:spChg>
        </pc:sldLayoutChg>
        <pc:sldLayoutChg chg="modSp">
          <pc:chgData name="Lee Barnby" userId="39f99d8d-e7e3-4c24-8daa-b8927982594d" providerId="ADAL" clId="{98B02FA8-A6EA-D24D-9198-1F9183B7EFD7}" dt="2024-11-11T11:35:26.387" v="1336" actId="207"/>
          <pc:sldLayoutMkLst>
            <pc:docMk/>
            <pc:sldMasterMk cId="1811904389" sldId="2147483648"/>
            <pc:sldLayoutMk cId="393266039" sldId="2147483650"/>
          </pc:sldLayoutMkLst>
          <pc:spChg chg="mod">
            <ac:chgData name="Lee Barnby" userId="39f99d8d-e7e3-4c24-8daa-b8927982594d" providerId="ADAL" clId="{98B02FA8-A6EA-D24D-9198-1F9183B7EFD7}" dt="2024-11-11T11:35:26.387" v="1336" actId="207"/>
            <ac:spMkLst>
              <pc:docMk/>
              <pc:sldMasterMk cId="1811904389" sldId="2147483648"/>
              <pc:sldLayoutMk cId="393266039" sldId="2147483650"/>
              <ac:spMk id="4" creationId="{00000000-0000-0000-0000-000000000000}"/>
            </ac:spMkLst>
          </pc:spChg>
          <pc:spChg chg="mod">
            <ac:chgData name="Lee Barnby" userId="39f99d8d-e7e3-4c24-8daa-b8927982594d" providerId="ADAL" clId="{98B02FA8-A6EA-D24D-9198-1F9183B7EFD7}" dt="2024-11-11T11:35:26.387" v="1336" actId="207"/>
            <ac:spMkLst>
              <pc:docMk/>
              <pc:sldMasterMk cId="1811904389" sldId="2147483648"/>
              <pc:sldLayoutMk cId="393266039" sldId="2147483650"/>
              <ac:spMk id="5" creationId="{00000000-0000-0000-0000-000000000000}"/>
            </ac:spMkLst>
          </pc:spChg>
          <pc:spChg chg="mod">
            <ac:chgData name="Lee Barnby" userId="39f99d8d-e7e3-4c24-8daa-b8927982594d" providerId="ADAL" clId="{98B02FA8-A6EA-D24D-9198-1F9183B7EFD7}" dt="2024-11-11T11:35:26.387" v="1336" actId="207"/>
            <ac:spMkLst>
              <pc:docMk/>
              <pc:sldMasterMk cId="1811904389" sldId="2147483648"/>
              <pc:sldLayoutMk cId="393266039" sldId="2147483650"/>
              <ac:spMk id="6" creationId="{00000000-0000-0000-0000-000000000000}"/>
            </ac:spMkLst>
          </pc:spChg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4A2FD0A-8C85-2341-8049-1E6522B17084}" type="datetimeFigureOut">
              <a:rPr lang="en-US" smtClean="0"/>
              <a:t>11/11/24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33E91AB-7CEE-4F42-885A-AA6627AD17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4454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33E91AB-7CEE-4F42-885A-AA6627AD1721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67762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GB"/>
              <a:t>11 November 2024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L.Barnby@derby.ac.uk - 7MA505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045DB03-EF6A-8E4F-921D-50D7ADE022D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89514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 baseline="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GB"/>
              <a:t>11 November 2024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L.Barnby@derby.ac.uk - 7MA505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045DB03-EF6A-8E4F-921D-50D7ADE022D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2660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11 November 2024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L.Barnby@derby.ac.uk - 7MA505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5DB03-EF6A-8E4F-921D-50D7ADE022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51356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11 November 2024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L.Barnby@derby.ac.uk - 7MA505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5DB03-EF6A-8E4F-921D-50D7ADE022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97311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11 November 2024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L.Barnby@derby.ac.uk - 7MA505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5DB03-EF6A-8E4F-921D-50D7ADE022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6937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11 November 2024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L.Barnby@derby.ac.uk - 7MA505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5DB03-EF6A-8E4F-921D-50D7ADE022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52972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11 November 2024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L.Barnby@derby.ac.uk - 7MA505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5DB03-EF6A-8E4F-921D-50D7ADE022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034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11 November 2024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L.Barnby@derby.ac.uk - 7MA505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5DB03-EF6A-8E4F-921D-50D7ADE022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40190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Drag picture to placeholder or click icon to add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11 November 2024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L.Barnby@derby.ac.uk - 7MA505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5DB03-EF6A-8E4F-921D-50D7ADE022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89325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11 November 2024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L.Barnby@derby.ac.uk - 7MA505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5DB03-EF6A-8E4F-921D-50D7ADE022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17168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11 November 2024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L.Barnby@derby.ac.uk - 7MA505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5DB03-EF6A-8E4F-921D-50D7ADE022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30577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GB"/>
              <a:t>11 November 2024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US"/>
              <a:t>L.Barnby@derby.ac.uk - 7MA505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9045DB03-EF6A-8E4F-921D-50D7ADE022D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19043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accent1">
              <a:lumMod val="7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s://patwari.me/power-type-ii-error-and-beta/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/>
              <a:t>Non-parametric tests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i="1" dirty="0" err="1"/>
              <a:t>Dr</a:t>
            </a:r>
            <a:r>
              <a:rPr lang="en-US" i="1" dirty="0"/>
              <a:t> Lee Barnby </a:t>
            </a:r>
          </a:p>
          <a:p>
            <a:r>
              <a:rPr lang="en-US" dirty="0"/>
              <a:t>School of Computing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7336795" y="5349875"/>
            <a:ext cx="4216219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/>
              <a:t>7MA505</a:t>
            </a:r>
            <a:r>
              <a:rPr lang="en-US" sz="2400" dirty="0"/>
              <a:t> Statistical Techniques </a:t>
            </a:r>
          </a:p>
          <a:p>
            <a:r>
              <a:rPr lang="en-US" sz="2400" dirty="0"/>
              <a:t>Week 7, Autumn Semester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11 November 2024</a:t>
            </a:r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L.Barnby@derby.ac.uk - 7MA505</a:t>
            </a:r>
            <a:endParaRPr 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5DB03-EF6A-8E4F-921D-50D7ADE022D5}" type="slidenum">
              <a:rPr lang="en-US" smtClean="0"/>
              <a:t>1</a:t>
            </a:fld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6550A1A-1564-6845-B548-474885FECB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236" y="4803572"/>
            <a:ext cx="3475264" cy="15527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86527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Outline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Quick review of previous topics</a:t>
            </a:r>
          </a:p>
          <a:p>
            <a:pPr lvl="1"/>
            <a:r>
              <a:rPr lang="en-GB" dirty="0"/>
              <a:t>Assumptions for parametric tests</a:t>
            </a:r>
          </a:p>
          <a:p>
            <a:r>
              <a:rPr lang="en-GB" dirty="0"/>
              <a:t>Non-parametric tests</a:t>
            </a:r>
          </a:p>
          <a:p>
            <a:pPr lvl="1"/>
            <a:r>
              <a:rPr lang="en-GB" dirty="0"/>
              <a:t>Wilcoxon Signed-Rank Test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11 November 2024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L.Barnby@derby.ac.uk - 7MA505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5DB03-EF6A-8E4F-921D-50D7ADE022D5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05171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Statistical Inference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Interpretation of data which is subject to </a:t>
            </a:r>
            <a:r>
              <a:rPr lang="en-US" dirty="0">
                <a:solidFill>
                  <a:srgbClr val="C00000"/>
                </a:solidFill>
              </a:rPr>
              <a:t>random variation</a:t>
            </a:r>
          </a:p>
          <a:p>
            <a:r>
              <a:rPr lang="en-US" dirty="0"/>
              <a:t>Two main aims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Reaching a decision: e.g. which crop variation is better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 err="1"/>
              <a:t>Summarise</a:t>
            </a:r>
            <a:r>
              <a:rPr lang="en-US" dirty="0"/>
              <a:t> information in the data</a:t>
            </a:r>
          </a:p>
          <a:p>
            <a:r>
              <a:rPr lang="en-US" dirty="0">
                <a:solidFill>
                  <a:srgbClr val="C00000"/>
                </a:solidFill>
              </a:rPr>
              <a:t>Statistical model </a:t>
            </a:r>
            <a:r>
              <a:rPr lang="en-US" dirty="0"/>
              <a:t>with data that is assumed to be random</a:t>
            </a:r>
          </a:p>
          <a:p>
            <a:r>
              <a:rPr lang="en-US" dirty="0"/>
              <a:t>Assume the population follows a normal distribution</a:t>
            </a:r>
          </a:p>
          <a:p>
            <a:pPr lvl="1"/>
            <a:r>
              <a:rPr lang="en-US" dirty="0"/>
              <a:t>Or another standard distribution, e.g. binomial</a:t>
            </a:r>
          </a:p>
          <a:p>
            <a:r>
              <a:rPr lang="en-US" dirty="0"/>
              <a:t>Parameters are unknown and hence must be estimated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11 November 2024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L.Barnby@derby.ac.uk - 7MA505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5DB03-EF6A-8E4F-921D-50D7ADE022D5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44289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Standard Normal Distribution</a:t>
            </a:r>
          </a:p>
        </p:txBody>
      </p:sp>
      <p:pic>
        <p:nvPicPr>
          <p:cNvPr id="7" name="Content Placeholder 6" descr="An annotated picute of the standard mornal distribution showing the fractions of the probability distribution for various values of the Z score (equivalently number of standard deviations) and also cumulative percentages.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7229" y="1825625"/>
            <a:ext cx="9057542" cy="4351338"/>
          </a:xfr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11 November 2024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L.Barnby@derby.ac.uk - 7MA505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5DB03-EF6A-8E4F-921D-50D7ADE022D5}" type="slidenum">
              <a:rPr lang="en-US" smtClean="0"/>
              <a:t>4</a:t>
            </a:fld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8610600" y="1058779"/>
            <a:ext cx="261887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C00000"/>
                </a:solidFill>
              </a:rPr>
              <a:t>Standard</a:t>
            </a:r>
            <a:r>
              <a:rPr lang="en-US" sz="2400" dirty="0"/>
              <a:t> because</a:t>
            </a:r>
          </a:p>
          <a:p>
            <a:r>
              <a:rPr lang="en-US" sz="2400" i="1" dirty="0"/>
              <a:t>µ</a:t>
            </a:r>
            <a:r>
              <a:rPr lang="en-US" sz="2400" dirty="0"/>
              <a:t>=0,  </a:t>
            </a:r>
            <a:r>
              <a:rPr lang="en-US" sz="2400" i="1" dirty="0" err="1"/>
              <a:t>σ</a:t>
            </a:r>
            <a:r>
              <a:rPr lang="en-US" sz="2400" dirty="0"/>
              <a:t>=1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24600" y="6160314"/>
            <a:ext cx="455304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accent1">
                    <a:lumMod val="75000"/>
                  </a:schemeClr>
                </a:solidFill>
              </a:rPr>
              <a:t>https://</a:t>
            </a:r>
            <a:r>
              <a:rPr lang="en-US" sz="1200" dirty="0" err="1">
                <a:solidFill>
                  <a:schemeClr val="accent1">
                    <a:lumMod val="75000"/>
                  </a:schemeClr>
                </a:solidFill>
              </a:rPr>
              <a:t>www.mathsisfun.com</a:t>
            </a:r>
            <a:r>
              <a:rPr lang="en-US" sz="1200" dirty="0">
                <a:solidFill>
                  <a:schemeClr val="accent1">
                    <a:lumMod val="75000"/>
                  </a:schemeClr>
                </a:solidFill>
              </a:rPr>
              <a:t>/data/standard-normal-</a:t>
            </a:r>
            <a:r>
              <a:rPr lang="en-US" sz="1200" dirty="0" err="1">
                <a:solidFill>
                  <a:schemeClr val="accent1">
                    <a:lumMod val="75000"/>
                  </a:schemeClr>
                </a:solidFill>
              </a:rPr>
              <a:t>distribution.html</a:t>
            </a:r>
            <a:endParaRPr lang="en-US" sz="1200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52744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Statistical Inference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Statistical inference uses sample data and statistical procedures to </a:t>
            </a:r>
          </a:p>
          <a:p>
            <a:pPr lvl="1"/>
            <a:r>
              <a:rPr lang="en-US" i="1" dirty="0"/>
              <a:t>Estimate</a:t>
            </a:r>
            <a:r>
              <a:rPr lang="en-US" dirty="0"/>
              <a:t> an unknown parameter using a sample statistic with a specified level of certainty either </a:t>
            </a:r>
            <a:r>
              <a:rPr lang="en-US" i="1" dirty="0"/>
              <a:t>point estimates </a:t>
            </a:r>
            <a:r>
              <a:rPr lang="en-US" dirty="0"/>
              <a:t>or </a:t>
            </a:r>
            <a:r>
              <a:rPr lang="en-US" i="1" dirty="0"/>
              <a:t>confidence intervals</a:t>
            </a:r>
          </a:p>
          <a:p>
            <a:pPr lvl="1"/>
            <a:r>
              <a:rPr lang="en-US" i="1" dirty="0"/>
              <a:t>Test a Hypothesis </a:t>
            </a:r>
            <a:r>
              <a:rPr lang="en-US" dirty="0"/>
              <a:t>using a sample and making a decision either to support or to reject a statement about a parameter value </a:t>
            </a:r>
          </a:p>
          <a:p>
            <a:pPr lvl="1"/>
            <a:endParaRPr lang="en-US" dirty="0"/>
          </a:p>
          <a:p>
            <a:r>
              <a:rPr lang="en-US" b="1" dirty="0"/>
              <a:t>Assumptions</a:t>
            </a:r>
            <a:r>
              <a:rPr lang="en-US" dirty="0"/>
              <a:t>. Most estimation and hypothesis testing procedures make certain assumptions about the data and sample size. 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11 November 2024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L.Barnby@derby.ac.uk - 7MA505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5DB03-EF6A-8E4F-921D-50D7ADE022D5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97222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Statistical Inference </a:t>
            </a:r>
            <a:r>
              <a:rPr lang="en-US" sz="3200" dirty="0"/>
              <a:t>cont.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C00000"/>
                </a:solidFill>
              </a:rPr>
              <a:t>Confidence Intervals</a:t>
            </a:r>
            <a:r>
              <a:rPr lang="en-US" dirty="0"/>
              <a:t>: Provide a range of values around an estimate.</a:t>
            </a:r>
          </a:p>
          <a:p>
            <a:pPr lvl="1"/>
            <a:r>
              <a:rPr lang="en-US" dirty="0"/>
              <a:t>Width of the interval depends on the sample size and sample standard deviation</a:t>
            </a:r>
          </a:p>
          <a:p>
            <a:r>
              <a:rPr lang="en-US" dirty="0">
                <a:solidFill>
                  <a:srgbClr val="C00000"/>
                </a:solidFill>
              </a:rPr>
              <a:t>Hypothesis Tests</a:t>
            </a:r>
            <a:r>
              <a:rPr lang="en-US" dirty="0"/>
              <a:t>: Used to look for evidence that a null hypothesis is </a:t>
            </a:r>
            <a:r>
              <a:rPr lang="en-US" b="1" dirty="0"/>
              <a:t>not</a:t>
            </a:r>
            <a:r>
              <a:rPr lang="en-US" dirty="0"/>
              <a:t> true (using a test statistic and </a:t>
            </a:r>
            <a:r>
              <a:rPr lang="en-US" i="1" dirty="0"/>
              <a:t>p</a:t>
            </a:r>
            <a:r>
              <a:rPr lang="en-US" dirty="0"/>
              <a:t>-value)</a:t>
            </a:r>
          </a:p>
          <a:p>
            <a:r>
              <a:rPr lang="en-US" dirty="0"/>
              <a:t>Measure of uncertainty (error) is attached, such as:</a:t>
            </a:r>
          </a:p>
          <a:p>
            <a:pPr lvl="1"/>
            <a:r>
              <a:rPr lang="en-US" dirty="0"/>
              <a:t>95% confidence intervals.</a:t>
            </a:r>
          </a:p>
          <a:p>
            <a:pPr lvl="1"/>
            <a:r>
              <a:rPr lang="en-US" dirty="0"/>
              <a:t>Hypotheses rejected at the 5% significance level</a:t>
            </a:r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11 November 2024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L.Barnby@derby.ac.uk - 7MA505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5DB03-EF6A-8E4F-921D-50D7ADE022D5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76646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 of the Hypothesis Testing Procedure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State aims and hypotheses 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Decide on appropriate test and collect sample of data 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err="1"/>
              <a:t>Summarise</a:t>
            </a:r>
            <a:r>
              <a:rPr lang="en-US" dirty="0"/>
              <a:t> data and check assumptions 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Compute test statistic and p-value (using a statistical software package)</a:t>
            </a:r>
          </a:p>
          <a:p>
            <a:pPr marL="514350" indent="-514350">
              <a:buFont typeface="+mj-lt"/>
              <a:buAutoNum type="arabicPeriod"/>
            </a:pPr>
            <a:r>
              <a:rPr lang="hr-HR" i="1" dirty="0"/>
              <a:t>p</a:t>
            </a:r>
            <a:r>
              <a:rPr lang="hr-HR" dirty="0"/>
              <a:t> &gt; 0.05 </a:t>
            </a:r>
          </a:p>
          <a:p>
            <a:pPr lvl="1"/>
            <a:r>
              <a:rPr lang="en-US" dirty="0"/>
              <a:t>Do </a:t>
            </a:r>
            <a:r>
              <a:rPr lang="en-US" b="1" dirty="0"/>
              <a:t>not</a:t>
            </a:r>
            <a:r>
              <a:rPr lang="en-US" dirty="0"/>
              <a:t> reject </a:t>
            </a:r>
            <a:r>
              <a:rPr lang="en-US" i="1" dirty="0"/>
              <a:t>H</a:t>
            </a:r>
            <a:r>
              <a:rPr lang="en-US" baseline="-25000" dirty="0"/>
              <a:t>0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No evidence that </a:t>
            </a:r>
            <a:r>
              <a:rPr lang="en-US" i="1" dirty="0"/>
              <a:t>H</a:t>
            </a:r>
            <a:r>
              <a:rPr lang="en-US" baseline="-25000" dirty="0"/>
              <a:t>0</a:t>
            </a:r>
            <a:r>
              <a:rPr lang="en-US" dirty="0"/>
              <a:t> is not true </a:t>
            </a:r>
          </a:p>
          <a:p>
            <a:pPr marL="514350" indent="-514350">
              <a:buFont typeface="+mj-lt"/>
              <a:buAutoNum type="arabicPeriod"/>
            </a:pPr>
            <a:r>
              <a:rPr lang="hr-HR" i="1" dirty="0"/>
              <a:t>p</a:t>
            </a:r>
            <a:r>
              <a:rPr lang="hr-HR" dirty="0"/>
              <a:t> &lt; 0.05 </a:t>
            </a:r>
          </a:p>
          <a:p>
            <a:pPr lvl="1"/>
            <a:r>
              <a:rPr lang="en-US" b="1" dirty="0"/>
              <a:t>Reject</a:t>
            </a:r>
            <a:r>
              <a:rPr lang="en-US" dirty="0"/>
              <a:t> </a:t>
            </a:r>
            <a:r>
              <a:rPr lang="en-US" i="1" dirty="0"/>
              <a:t>H</a:t>
            </a:r>
            <a:r>
              <a:rPr lang="en-US" baseline="-25000" dirty="0"/>
              <a:t>0</a:t>
            </a:r>
            <a:r>
              <a:rPr lang="en-US" dirty="0"/>
              <a:t> at the 5% sig. level </a:t>
            </a:r>
          </a:p>
          <a:p>
            <a:pPr lvl="1"/>
            <a:r>
              <a:rPr lang="en-US" dirty="0"/>
              <a:t>Evidence that </a:t>
            </a:r>
            <a:r>
              <a:rPr lang="en-US" i="1" dirty="0"/>
              <a:t>H</a:t>
            </a:r>
            <a:r>
              <a:rPr lang="en-US" baseline="-25000" dirty="0"/>
              <a:t>0</a:t>
            </a:r>
            <a:r>
              <a:rPr lang="en-US" dirty="0"/>
              <a:t> is not true  </a:t>
            </a:r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11 November 2024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L.Barnby@derby.ac.uk - 7MA505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5DB03-EF6A-8E4F-921D-50D7ADE022D5}" type="slidenum">
              <a:rPr lang="en-US" smtClean="0"/>
              <a:t>7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4E151B2-D6C5-FE41-FCF3-F768E6DA3CE5}"/>
              </a:ext>
            </a:extLst>
          </p:cNvPr>
          <p:cNvSpPr txBox="1"/>
          <p:nvPr/>
        </p:nvSpPr>
        <p:spPr>
          <a:xfrm>
            <a:off x="9722069" y="4288220"/>
            <a:ext cx="1818290" cy="923330"/>
          </a:xfrm>
          <a:prstGeom prst="rect">
            <a:avLst/>
          </a:prstGeom>
          <a:solidFill>
            <a:srgbClr val="EDFF72"/>
          </a:solidFill>
        </p:spPr>
        <p:txBody>
          <a:bodyPr wrap="square" rtlCol="0">
            <a:spAutoFit/>
          </a:bodyPr>
          <a:lstStyle/>
          <a:p>
            <a:r>
              <a:rPr lang="en-GB" dirty="0"/>
              <a:t>0.05 being a typical standard criterion</a:t>
            </a:r>
          </a:p>
        </p:txBody>
      </p:sp>
    </p:spTree>
    <p:extLst>
      <p:ext uri="{BB962C8B-B14F-4D97-AF65-F5344CB8AC3E}">
        <p14:creationId xmlns:p14="http://schemas.microsoft.com/office/powerpoint/2010/main" val="12528664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Hypotheses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Null Hypothesis: e.g. </a:t>
            </a:r>
            <a:r>
              <a:rPr lang="en-US" i="1" dirty="0"/>
              <a:t>H</a:t>
            </a:r>
            <a:r>
              <a:rPr lang="en-US" baseline="-25000" dirty="0"/>
              <a:t>0</a:t>
            </a:r>
            <a:r>
              <a:rPr lang="en-US" dirty="0"/>
              <a:t> : </a:t>
            </a:r>
            <a:r>
              <a:rPr lang="en-US" i="1" dirty="0" err="1"/>
              <a:t>μ</a:t>
            </a:r>
            <a:r>
              <a:rPr lang="en-US" dirty="0"/>
              <a:t> = </a:t>
            </a:r>
            <a:r>
              <a:rPr lang="en-US" i="1" dirty="0"/>
              <a:t>μ</a:t>
            </a:r>
            <a:r>
              <a:rPr lang="en-US" baseline="-25000" dirty="0"/>
              <a:t>0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Population mean is a given value </a:t>
            </a:r>
            <a:r>
              <a:rPr lang="en-US" i="1" dirty="0"/>
              <a:t>μ</a:t>
            </a:r>
            <a:r>
              <a:rPr lang="en-US" baseline="-25000" dirty="0"/>
              <a:t>0</a:t>
            </a:r>
            <a:r>
              <a:rPr lang="en-US" dirty="0"/>
              <a:t> </a:t>
            </a:r>
          </a:p>
          <a:p>
            <a:r>
              <a:rPr lang="en-US" dirty="0"/>
              <a:t>Alternative Hypothesis: </a:t>
            </a:r>
            <a:r>
              <a:rPr lang="en-US" i="1" dirty="0"/>
              <a:t>H</a:t>
            </a:r>
            <a:r>
              <a:rPr lang="en-US" baseline="-25000" dirty="0"/>
              <a:t>1</a:t>
            </a:r>
            <a:r>
              <a:rPr lang="en-US" dirty="0"/>
              <a:t> : </a:t>
            </a:r>
            <a:r>
              <a:rPr lang="en-US" i="1" dirty="0" err="1"/>
              <a:t>μ</a:t>
            </a:r>
            <a:r>
              <a:rPr lang="en-US" dirty="0"/>
              <a:t> ≠ </a:t>
            </a:r>
            <a:r>
              <a:rPr lang="en-US" i="1" dirty="0"/>
              <a:t>μ</a:t>
            </a:r>
            <a:r>
              <a:rPr lang="en-US" baseline="-25000" dirty="0"/>
              <a:t>0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 The population mean is not the given value </a:t>
            </a:r>
            <a:r>
              <a:rPr lang="en-US" i="1" dirty="0"/>
              <a:t>μ</a:t>
            </a:r>
            <a:r>
              <a:rPr lang="en-US" baseline="-25000" dirty="0"/>
              <a:t>0</a:t>
            </a:r>
            <a:r>
              <a:rPr lang="en-US" dirty="0"/>
              <a:t> </a:t>
            </a:r>
          </a:p>
          <a:p>
            <a:r>
              <a:rPr lang="en-US" dirty="0"/>
              <a:t>One-sided alternatives:</a:t>
            </a:r>
          </a:p>
          <a:p>
            <a:pPr lvl="1"/>
            <a:r>
              <a:rPr lang="en-US" i="1" dirty="0"/>
              <a:t>H</a:t>
            </a:r>
            <a:r>
              <a:rPr lang="en-US" baseline="-25000" dirty="0"/>
              <a:t>1</a:t>
            </a:r>
            <a:r>
              <a:rPr lang="en-US" dirty="0"/>
              <a:t> : </a:t>
            </a:r>
            <a:r>
              <a:rPr lang="en-US" i="1" dirty="0"/>
              <a:t>µ</a:t>
            </a:r>
            <a:r>
              <a:rPr lang="en-US" dirty="0"/>
              <a:t> &lt; </a:t>
            </a:r>
            <a:r>
              <a:rPr lang="en-US" i="1" dirty="0"/>
              <a:t>μ</a:t>
            </a:r>
            <a:r>
              <a:rPr lang="en-US" baseline="-25000" dirty="0"/>
              <a:t>0</a:t>
            </a:r>
          </a:p>
          <a:p>
            <a:pPr lvl="1"/>
            <a:r>
              <a:rPr lang="en-US" i="1" dirty="0"/>
              <a:t>H</a:t>
            </a:r>
            <a:r>
              <a:rPr lang="en-US" baseline="-25000" dirty="0"/>
              <a:t>1</a:t>
            </a:r>
            <a:r>
              <a:rPr lang="en-US" dirty="0"/>
              <a:t> : </a:t>
            </a:r>
            <a:r>
              <a:rPr lang="en-US" i="1" dirty="0"/>
              <a:t>µ</a:t>
            </a:r>
            <a:r>
              <a:rPr lang="en-US" dirty="0"/>
              <a:t> &gt; </a:t>
            </a:r>
            <a:r>
              <a:rPr lang="en-US" i="1" dirty="0"/>
              <a:t>μ</a:t>
            </a:r>
            <a:r>
              <a:rPr lang="en-US" baseline="-25000" dirty="0"/>
              <a:t>0</a:t>
            </a:r>
          </a:p>
          <a:p>
            <a:r>
              <a:rPr lang="en-US" b="1" dirty="0"/>
              <a:t>Sample size</a:t>
            </a:r>
            <a:r>
              <a:rPr lang="en-US" dirty="0"/>
              <a:t>: Larger samples give more accurate results.</a:t>
            </a:r>
          </a:p>
          <a:p>
            <a:r>
              <a:rPr lang="en-US" dirty="0"/>
              <a:t>Procedure can be reversed: Sample size calculations can be used to decide on appropriate sample size for a desired accuracy</a:t>
            </a:r>
          </a:p>
          <a:p>
            <a:pPr lvl="1"/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11 November 2024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L.Barnby@derby.ac.uk - 7MA505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5DB03-EF6A-8E4F-921D-50D7ADE022D5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8133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79D87E-35AB-E7AA-EC6D-62D0DAF6ED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CCE5C6-DB6D-A482-3E4C-0C5E6566F5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False results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1EE05B-ECC8-CB97-817B-B99C7EEAF8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3810000" cy="4318501"/>
          </a:xfrm>
        </p:spPr>
        <p:txBody>
          <a:bodyPr/>
          <a:lstStyle/>
          <a:p>
            <a:r>
              <a:rPr lang="en-US" dirty="0"/>
              <a:t>Our result is correct, but we claim it is incorrect: </a:t>
            </a:r>
            <a:r>
              <a:rPr lang="en-US" b="1" dirty="0"/>
              <a:t>type I </a:t>
            </a:r>
            <a:r>
              <a:rPr lang="en-US" dirty="0"/>
              <a:t>error. This is a “false positive”. </a:t>
            </a:r>
          </a:p>
          <a:p>
            <a:r>
              <a:rPr lang="en-US" dirty="0"/>
              <a:t>Our result is incorrect, but we claim it is correct: </a:t>
            </a:r>
            <a:r>
              <a:rPr lang="en-US" b="1" dirty="0"/>
              <a:t>type II </a:t>
            </a:r>
            <a:r>
              <a:rPr lang="en-US" dirty="0"/>
              <a:t>error. This is a “false negative”. 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B162FB-2FC1-8F99-DDBC-80BDA4AD3C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11 November 2024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5ED535-CB44-9D3D-516D-822F609D90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L.Barnby@derby.ac.uk - 7MA505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0B73C8-85FE-4C1E-D6A7-9C50FB7AF8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5DB03-EF6A-8E4F-921D-50D7ADE022D5}" type="slidenum">
              <a:rPr lang="en-US" smtClean="0"/>
              <a:t>9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CC71A39-EDE6-3757-2B7C-39813DB27B43}"/>
              </a:ext>
            </a:extLst>
          </p:cNvPr>
          <p:cNvSpPr txBox="1"/>
          <p:nvPr/>
        </p:nvSpPr>
        <p:spPr>
          <a:xfrm>
            <a:off x="6567809" y="1388825"/>
            <a:ext cx="48717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linkClick r:id="rId2"/>
              </a:rPr>
              <a:t>https://patwari.me/power-type-ii-error-and-beta/</a:t>
            </a:r>
            <a:endParaRPr lang="en-US" dirty="0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6D5D209F-8237-9A30-DFF5-6521B4A0BA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17190699"/>
              </p:ext>
            </p:extLst>
          </p:nvPr>
        </p:nvGraphicFramePr>
        <p:xfrm>
          <a:off x="4988604" y="2414588"/>
          <a:ext cx="6450923" cy="3157597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1419200">
                  <a:extLst>
                    <a:ext uri="{9D8B030D-6E8A-4147-A177-3AD203B41FA5}">
                      <a16:colId xmlns:a16="http://schemas.microsoft.com/office/drawing/2014/main" val="2305302317"/>
                    </a:ext>
                  </a:extLst>
                </a:gridCol>
                <a:gridCol w="1081114">
                  <a:extLst>
                    <a:ext uri="{9D8B030D-6E8A-4147-A177-3AD203B41FA5}">
                      <a16:colId xmlns:a16="http://schemas.microsoft.com/office/drawing/2014/main" val="773891531"/>
                    </a:ext>
                  </a:extLst>
                </a:gridCol>
                <a:gridCol w="1971675">
                  <a:extLst>
                    <a:ext uri="{9D8B030D-6E8A-4147-A177-3AD203B41FA5}">
                      <a16:colId xmlns:a16="http://schemas.microsoft.com/office/drawing/2014/main" val="3167876490"/>
                    </a:ext>
                  </a:extLst>
                </a:gridCol>
                <a:gridCol w="1978934">
                  <a:extLst>
                    <a:ext uri="{9D8B030D-6E8A-4147-A177-3AD203B41FA5}">
                      <a16:colId xmlns:a16="http://schemas.microsoft.com/office/drawing/2014/main" val="1954121141"/>
                    </a:ext>
                  </a:extLst>
                </a:gridCol>
              </a:tblGrid>
              <a:tr h="814387">
                <a:tc rowSpan="2" gridSpan="2"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GB" dirty="0"/>
                        <a:t>Population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94877720"/>
                  </a:ext>
                </a:extLst>
              </a:tr>
              <a:tr h="714405">
                <a:tc gridSpan="2"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H</a:t>
                      </a:r>
                      <a:r>
                        <a:rPr lang="en-GB" baseline="-25000" dirty="0"/>
                        <a:t>0 </a:t>
                      </a:r>
                      <a:r>
                        <a:rPr lang="en-GB" dirty="0"/>
                        <a:t>true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H</a:t>
                      </a:r>
                      <a:r>
                        <a:rPr lang="en-GB" baseline="-25000" dirty="0"/>
                        <a:t>1 </a:t>
                      </a:r>
                      <a:r>
                        <a:rPr lang="en-GB" dirty="0"/>
                        <a:t>true</a:t>
                      </a:r>
                    </a:p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67847562"/>
                  </a:ext>
                </a:extLst>
              </a:tr>
              <a:tr h="784157">
                <a:tc rowSpan="2">
                  <a:txBody>
                    <a:bodyPr/>
                    <a:lstStyle/>
                    <a:p>
                      <a:r>
                        <a:rPr lang="en-GB" b="1" dirty="0"/>
                        <a:t>Conclusion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Do not reject H</a:t>
                      </a:r>
                      <a:r>
                        <a:rPr lang="en-GB" baseline="-250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Correct decision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b="1" dirty="0">
                          <a:solidFill>
                            <a:srgbClr val="C00000"/>
                          </a:solidFill>
                        </a:rPr>
                        <a:t>Type II error </a:t>
                      </a:r>
                      <a:r>
                        <a:rPr lang="en-GB" dirty="0"/>
                        <a:t>= </a:t>
                      </a:r>
                      <a:r>
                        <a:rPr lang="en-GB" b="0" dirty="0"/>
                        <a:t>β</a:t>
                      </a:r>
                      <a:br>
                        <a:rPr lang="en-GB" dirty="0"/>
                      </a:br>
                      <a:r>
                        <a:rPr lang="en-GB" dirty="0"/>
                        <a:t>(1-</a:t>
                      </a:r>
                      <a:r>
                        <a:rPr lang="en-GB" b="0" dirty="0"/>
                        <a:t>β, power of hypothesis test)</a:t>
                      </a:r>
                      <a:r>
                        <a:rPr lang="en-GB" b="1" dirty="0"/>
                        <a:t> 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98659416"/>
                  </a:ext>
                </a:extLst>
              </a:tr>
              <a:tr h="714405">
                <a:tc vMerge="1"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Reject H</a:t>
                      </a:r>
                      <a:r>
                        <a:rPr lang="en-GB" baseline="-250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b="1" dirty="0">
                          <a:solidFill>
                            <a:srgbClr val="C00000"/>
                          </a:solidFill>
                        </a:rPr>
                        <a:t>Type I error </a:t>
                      </a:r>
                      <a:r>
                        <a:rPr lang="en-GB" dirty="0"/>
                        <a:t>= ⍺</a:t>
                      </a:r>
                    </a:p>
                    <a:p>
                      <a:r>
                        <a:rPr lang="en-GB" dirty="0"/>
                        <a:t>Significance level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Correct decision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295124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806968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E0FA6E-D83C-754F-B094-AB036A8640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5431"/>
            <a:ext cx="10515600" cy="1325563"/>
          </a:xfrm>
        </p:spPr>
        <p:txBody>
          <a:bodyPr/>
          <a:lstStyle/>
          <a:p>
            <a:r>
              <a:rPr lang="en-US" dirty="0"/>
              <a:t>Error Type Mnemonic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EDABA4-44F8-044F-9126-AE682930FF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7300" y="1690688"/>
            <a:ext cx="6896100" cy="4486275"/>
          </a:xfrm>
        </p:spPr>
        <p:txBody>
          <a:bodyPr/>
          <a:lstStyle/>
          <a:p>
            <a:r>
              <a:rPr lang="en-US" dirty="0"/>
              <a:t>The </a:t>
            </a:r>
            <a:r>
              <a:rPr lang="en-US" i="1" dirty="0"/>
              <a:t>Boy Who Cried Wolf </a:t>
            </a:r>
            <a:r>
              <a:rPr lang="en-US" dirty="0"/>
              <a:t>caused Type I and Type II errors </a:t>
            </a:r>
            <a:r>
              <a:rPr lang="en-US" b="1" dirty="0"/>
              <a:t>in that order</a:t>
            </a:r>
          </a:p>
          <a:p>
            <a:endParaRPr lang="en-US" dirty="0"/>
          </a:p>
          <a:p>
            <a:r>
              <a:rPr lang="en-US" dirty="0"/>
              <a:t>First, everyone believed there was a wolf, when there wasn’t one</a:t>
            </a:r>
          </a:p>
          <a:p>
            <a:endParaRPr lang="en-US" dirty="0"/>
          </a:p>
          <a:p>
            <a:r>
              <a:rPr lang="en-US" dirty="0"/>
              <a:t>Then, everyone believed there was no wolf, when there was!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1CEA2C-F589-AD4C-8B9C-B09CE59CED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11 November 2024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1FA37D-94A7-C540-90E0-D2713367F2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L.Barnby@derby.ac.uk - 7MA505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61B6F0-7B6B-6346-BB87-6219EACE0C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5DB03-EF6A-8E4F-921D-50D7ADE022D5}" type="slidenum">
              <a:rPr lang="en-US" smtClean="0"/>
              <a:t>10</a:t>
            </a:fld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E45805F-A8EF-2B4B-902F-68D54C2E43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3000"/>
          </a:blip>
          <a:stretch>
            <a:fillRect/>
          </a:stretch>
        </p:blipFill>
        <p:spPr>
          <a:xfrm>
            <a:off x="8610600" y="2366272"/>
            <a:ext cx="3200400" cy="2125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43289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Parametric and Non-parametric Tests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Parametric tests </a:t>
            </a:r>
            <a:r>
              <a:rPr lang="en-US" dirty="0"/>
              <a:t>make assumptions about the type of data that is being </a:t>
            </a:r>
            <a:r>
              <a:rPr lang="en-US" dirty="0" err="1"/>
              <a:t>analysed</a:t>
            </a:r>
            <a:r>
              <a:rPr lang="en-US" dirty="0"/>
              <a:t> and, in small samples, about the underlying population distribution.</a:t>
            </a:r>
          </a:p>
          <a:p>
            <a:endParaRPr lang="en-US" dirty="0"/>
          </a:p>
          <a:p>
            <a:r>
              <a:rPr lang="en-US" b="1" dirty="0">
                <a:solidFill>
                  <a:srgbClr val="C00000"/>
                </a:solidFill>
              </a:rPr>
              <a:t>Non-parametric tests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do not make assumptions about the underlying distribution of the data and can be applied to a wider range of situations. 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11 November 2024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L.Barnby@derby.ac.uk - 7MA505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5DB03-EF6A-8E4F-921D-50D7ADE022D5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654168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Parametric assumptions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tests considered so far make assumptions about the data, especially an underlying normal distribution </a:t>
            </a:r>
          </a:p>
          <a:p>
            <a:pPr lvl="1"/>
            <a:r>
              <a:rPr lang="en-US" dirty="0"/>
              <a:t>one-sample </a:t>
            </a:r>
            <a:r>
              <a:rPr lang="en-US" i="1" dirty="0"/>
              <a:t>t</a:t>
            </a:r>
            <a:r>
              <a:rPr lang="en-US" dirty="0"/>
              <a:t>-test for small samples assume that the population is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normally distributed </a:t>
            </a:r>
          </a:p>
          <a:p>
            <a:pPr lvl="1"/>
            <a:r>
              <a:rPr lang="en-US" dirty="0"/>
              <a:t>two-sample </a:t>
            </a:r>
            <a:r>
              <a:rPr lang="en-US" i="1" dirty="0"/>
              <a:t>t</a:t>
            </a:r>
            <a:r>
              <a:rPr lang="en-US" dirty="0"/>
              <a:t>-test for small samples assume that the populations are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normally distributed </a:t>
            </a:r>
            <a:r>
              <a:rPr lang="en-US" dirty="0"/>
              <a:t>with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 equal variances </a:t>
            </a:r>
          </a:p>
          <a:p>
            <a:pPr lvl="1"/>
            <a:r>
              <a:rPr lang="en-US" dirty="0"/>
              <a:t>ANOVA (analysis of variance) tests assume that the populations are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normally distributed </a:t>
            </a:r>
            <a:r>
              <a:rPr lang="en-US" dirty="0"/>
              <a:t>with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 equal variances </a:t>
            </a:r>
            <a:br>
              <a:rPr lang="en-US" dirty="0"/>
            </a:br>
            <a:r>
              <a:rPr lang="en-US" i="1" dirty="0"/>
              <a:t>or</a:t>
            </a:r>
            <a:r>
              <a:rPr lang="en-US" dirty="0"/>
              <a:t> equivalently</a:t>
            </a:r>
            <a:br>
              <a:rPr lang="en-US" dirty="0"/>
            </a:br>
            <a:r>
              <a:rPr lang="en-US" dirty="0"/>
              <a:t>the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residuals are normally distributed </a:t>
            </a:r>
            <a:r>
              <a:rPr lang="en-US" dirty="0"/>
              <a:t>with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 constant variance 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11 November 2024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L.Barnby@derby.ac.uk - 7MA505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5DB03-EF6A-8E4F-921D-50D7ADE022D5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134743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i="1" dirty="0"/>
              <a:t>t</a:t>
            </a:r>
            <a:r>
              <a:rPr lang="en-US" dirty="0"/>
              <a:t>-Test and Mann-Whitney Test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t-Test: test whether a sample mean (of a normally distributed interval variable) significantly differs from a </a:t>
            </a:r>
            <a:r>
              <a:rPr lang="en-US" dirty="0" err="1"/>
              <a:t>hypothesised</a:t>
            </a:r>
            <a:r>
              <a:rPr lang="en-US" dirty="0"/>
              <a:t> value</a:t>
            </a:r>
          </a:p>
          <a:p>
            <a:endParaRPr lang="en-US" dirty="0"/>
          </a:p>
          <a:p>
            <a:r>
              <a:rPr lang="en-US" dirty="0"/>
              <a:t>Mann-Whitney test: </a:t>
            </a:r>
            <a:r>
              <a:rPr lang="en-US" i="1" dirty="0"/>
              <a:t>non-parametric analogue </a:t>
            </a:r>
            <a:r>
              <a:rPr lang="en-US" dirty="0"/>
              <a:t>of the independent samples </a:t>
            </a:r>
            <a:r>
              <a:rPr lang="en-US" i="1" dirty="0"/>
              <a:t>t</a:t>
            </a:r>
            <a:r>
              <a:rPr lang="en-US" dirty="0"/>
              <a:t>-test, and can be used when you do </a:t>
            </a:r>
            <a:r>
              <a:rPr lang="en-US" b="1" dirty="0"/>
              <a:t>not</a:t>
            </a:r>
            <a:r>
              <a:rPr lang="en-US" dirty="0"/>
              <a:t> assume that the dependent variable is a normally distributed </a:t>
            </a:r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11 November 2024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L.Barnby@derby.ac.uk - 7MA505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5DB03-EF6A-8E4F-921D-50D7ADE022D5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630369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Non-parametric - 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8843" y="1551215"/>
            <a:ext cx="11203978" cy="3390656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What if the sample data or residuals show extremely skewed distributions or if it is known that the populations under study are not normally distributed? </a:t>
            </a:r>
          </a:p>
          <a:p>
            <a:r>
              <a:rPr lang="en-US" dirty="0"/>
              <a:t>One possible solution is to collect </a:t>
            </a:r>
            <a:r>
              <a:rPr lang="en-US" i="1" dirty="0"/>
              <a:t>large</a:t>
            </a:r>
            <a:r>
              <a:rPr lang="en-US" dirty="0"/>
              <a:t> samples</a:t>
            </a:r>
          </a:p>
          <a:p>
            <a:pPr lvl="1"/>
            <a:r>
              <a:rPr lang="en-US" dirty="0"/>
              <a:t>in many situations this is not possible</a:t>
            </a:r>
          </a:p>
          <a:p>
            <a:r>
              <a:rPr lang="en-US" i="1" dirty="0"/>
              <a:t>Non-parametric tests </a:t>
            </a:r>
            <a:r>
              <a:rPr lang="en-US" dirty="0"/>
              <a:t>make no assumptions about the distribution of the data</a:t>
            </a:r>
          </a:p>
          <a:p>
            <a:r>
              <a:rPr lang="en-US" dirty="0"/>
              <a:t>Example: consider this set of readings </a:t>
            </a:r>
          </a:p>
          <a:p>
            <a:pPr lvl="1"/>
            <a:r>
              <a:rPr lang="nb-NO" dirty="0"/>
              <a:t>10.8, 6.4, 11.7, 5.3, 9.5, 2.5, 15.1, 10.4 </a:t>
            </a:r>
          </a:p>
          <a:p>
            <a:r>
              <a:rPr lang="nb-NO" dirty="0" err="1"/>
              <a:t>They</a:t>
            </a:r>
            <a:r>
              <a:rPr lang="nb-NO" dirty="0"/>
              <a:t> </a:t>
            </a:r>
            <a:r>
              <a:rPr lang="nb-NO" dirty="0" err="1"/>
              <a:t>can</a:t>
            </a:r>
            <a:r>
              <a:rPr lang="nb-NO" dirty="0"/>
              <a:t> be </a:t>
            </a:r>
            <a:r>
              <a:rPr lang="nb-NO" b="1" dirty="0" err="1"/>
              <a:t>ranked</a:t>
            </a:r>
            <a:r>
              <a:rPr lang="nb-NO" dirty="0"/>
              <a:t> in </a:t>
            </a:r>
            <a:r>
              <a:rPr lang="nb-NO" dirty="0" err="1"/>
              <a:t>ascending</a:t>
            </a:r>
            <a:r>
              <a:rPr lang="nb-NO" dirty="0"/>
              <a:t> order</a:t>
            </a:r>
          </a:p>
          <a:p>
            <a:pPr marL="457200" lvl="1" indent="0">
              <a:buNone/>
            </a:pPr>
            <a:endParaRPr lang="nb-NO" dirty="0"/>
          </a:p>
          <a:p>
            <a:pPr lvl="1"/>
            <a:endParaRPr lang="nb-NO" dirty="0"/>
          </a:p>
          <a:p>
            <a:pPr lvl="1"/>
            <a:endParaRPr lang="nb-NO" dirty="0"/>
          </a:p>
          <a:p>
            <a:pPr lvl="1"/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11 November 2024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L.Barnby@derby.ac.uk - 7MA505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5DB03-EF6A-8E4F-921D-50D7ADE022D5}" type="slidenum">
              <a:rPr lang="en-US" smtClean="0"/>
              <a:t>14</a:t>
            </a:fld>
            <a:endParaRPr lang="en-US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B6BFD6E8-907A-E0B4-A95A-B3FE6781600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66512810"/>
              </p:ext>
            </p:extLst>
          </p:nvPr>
        </p:nvGraphicFramePr>
        <p:xfrm>
          <a:off x="2076832" y="4877658"/>
          <a:ext cx="8127999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03111">
                  <a:extLst>
                    <a:ext uri="{9D8B030D-6E8A-4147-A177-3AD203B41FA5}">
                      <a16:colId xmlns:a16="http://schemas.microsoft.com/office/drawing/2014/main" val="1725290383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3413548770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1357186320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1106187121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769737212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1259465337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3947037819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794333431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42620618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Data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11.7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15.1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10.4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81930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Ranked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11.7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15.1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500311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Rank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3488848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065903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Non-parametric - further 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Non-parametric tests </a:t>
            </a:r>
            <a:r>
              <a:rPr lang="en-US" dirty="0" err="1"/>
              <a:t>analyse</a:t>
            </a:r>
            <a:r>
              <a:rPr lang="en-US" dirty="0"/>
              <a:t> the ranks rather than the original values </a:t>
            </a:r>
          </a:p>
          <a:p>
            <a:r>
              <a:rPr lang="en-US" dirty="0"/>
              <a:t>If two or more values are the </a:t>
            </a:r>
            <a:r>
              <a:rPr lang="en-US" b="1" dirty="0"/>
              <a:t>same</a:t>
            </a:r>
            <a:r>
              <a:rPr lang="en-US" dirty="0"/>
              <a:t>, then the ranks they would be assigned are </a:t>
            </a:r>
            <a:r>
              <a:rPr lang="en-US" b="1" dirty="0"/>
              <a:t>averaged</a:t>
            </a:r>
            <a:r>
              <a:rPr lang="en-US" dirty="0"/>
              <a:t> </a:t>
            </a:r>
          </a:p>
          <a:p>
            <a:r>
              <a:rPr lang="en-US" dirty="0"/>
              <a:t>In many situations numerical measurements are difficult to obtain but ranks values are not. This type of data is called ordinal data and should </a:t>
            </a:r>
            <a:r>
              <a:rPr lang="en-US" i="1" dirty="0"/>
              <a:t>always</a:t>
            </a:r>
            <a:r>
              <a:rPr lang="en-US" dirty="0"/>
              <a:t> be </a:t>
            </a:r>
            <a:r>
              <a:rPr lang="en-US" dirty="0" err="1"/>
              <a:t>analysed</a:t>
            </a:r>
            <a:r>
              <a:rPr lang="en-US" dirty="0"/>
              <a:t> using a non-parametric test </a:t>
            </a:r>
          </a:p>
          <a:p>
            <a:r>
              <a:rPr lang="en-US" dirty="0"/>
              <a:t>Example</a:t>
            </a:r>
          </a:p>
          <a:p>
            <a:pPr lvl="1"/>
            <a:r>
              <a:rPr lang="en-US" dirty="0"/>
              <a:t>we want to determine preference for different brands of a soft drink it is much easier to rank the brands in order of preference than assign numeric values to each one </a:t>
            </a:r>
          </a:p>
          <a:p>
            <a:pPr lvl="1"/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11 November 2024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L.Barnby@derby.ac.uk</a:t>
            </a:r>
            <a:r>
              <a:rPr lang="en-US" dirty="0"/>
              <a:t> - 7MA505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5DB03-EF6A-8E4F-921D-50D7ADE022D5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993198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799" y="365125"/>
            <a:ext cx="11742821" cy="1325563"/>
          </a:xfrm>
        </p:spPr>
        <p:txBody>
          <a:bodyPr>
            <a:normAutofit fontScale="90000"/>
          </a:bodyPr>
          <a:lstStyle/>
          <a:p>
            <a:r>
              <a:rPr lang="en-US" dirty="0"/>
              <a:t>Advantages and Disadvantages of Non-parametric Tests 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Advantages </a:t>
            </a:r>
          </a:p>
          <a:p>
            <a:pPr lvl="1"/>
            <a:r>
              <a:rPr lang="en-US" dirty="0"/>
              <a:t>There are no assumptions about the distribution of the population. </a:t>
            </a:r>
          </a:p>
          <a:p>
            <a:pPr lvl="1"/>
            <a:r>
              <a:rPr lang="en-US" dirty="0"/>
              <a:t>Very simple to use and interpret. </a:t>
            </a:r>
          </a:p>
          <a:p>
            <a:r>
              <a:rPr lang="en-US" dirty="0"/>
              <a:t>Disadvantages </a:t>
            </a:r>
          </a:p>
          <a:p>
            <a:pPr lvl="1"/>
            <a:r>
              <a:rPr lang="en-US" dirty="0"/>
              <a:t> Not as “informative” as parametric tests. </a:t>
            </a:r>
          </a:p>
          <a:p>
            <a:pPr lvl="1"/>
            <a:r>
              <a:rPr lang="en-US" dirty="0"/>
              <a:t>Require larger samples to detect that the null hypothesis should be rejected i.e. not as </a:t>
            </a:r>
            <a:r>
              <a:rPr lang="en-US" i="1" dirty="0"/>
              <a:t>powerful</a:t>
            </a:r>
            <a:r>
              <a:rPr lang="en-US" dirty="0"/>
              <a:t>. </a:t>
            </a:r>
          </a:p>
          <a:p>
            <a:r>
              <a:rPr lang="en-US" dirty="0"/>
              <a:t>We conclude that Parametric Tests should </a:t>
            </a:r>
            <a:r>
              <a:rPr lang="en-US" b="1" dirty="0">
                <a:solidFill>
                  <a:srgbClr val="C00000"/>
                </a:solidFill>
              </a:rPr>
              <a:t>always be used if possible</a:t>
            </a:r>
            <a:r>
              <a:rPr lang="en-US" dirty="0"/>
              <a:t>. </a:t>
            </a:r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11 November 2024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L.Barnby@derby.ac.uk - 7MA505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5DB03-EF6A-8E4F-921D-50D7ADE022D5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747495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Procedure for a Non-parametric Test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Pose a question </a:t>
            </a:r>
          </a:p>
          <a:p>
            <a:r>
              <a:rPr lang="en-US" dirty="0"/>
              <a:t>Write down the </a:t>
            </a:r>
            <a:r>
              <a:rPr lang="en-US" u="sng" dirty="0"/>
              <a:t>parametric</a:t>
            </a:r>
            <a:r>
              <a:rPr lang="en-US" dirty="0"/>
              <a:t> hypotheses </a:t>
            </a:r>
          </a:p>
          <a:p>
            <a:r>
              <a:rPr lang="en-US" dirty="0"/>
              <a:t>Determine whether it is </a:t>
            </a:r>
            <a:r>
              <a:rPr lang="en-US" i="1" dirty="0"/>
              <a:t>appropriate</a:t>
            </a:r>
            <a:r>
              <a:rPr lang="en-US" dirty="0"/>
              <a:t> to use a parametric test</a:t>
            </a:r>
          </a:p>
          <a:p>
            <a:r>
              <a:rPr lang="en-US" b="1" dirty="0"/>
              <a:t>If</a:t>
            </a:r>
            <a:r>
              <a:rPr lang="en-US" dirty="0"/>
              <a:t> (and only if) a parametric test is not appropriate use a non-parametric alternative </a:t>
            </a:r>
          </a:p>
          <a:p>
            <a:r>
              <a:rPr lang="en-US" dirty="0"/>
              <a:t>Re-write the hypothesis for the non-parametric test </a:t>
            </a:r>
          </a:p>
          <a:p>
            <a:r>
              <a:rPr lang="en-US" dirty="0"/>
              <a:t>Determine the test statistic and associated </a:t>
            </a:r>
            <a:r>
              <a:rPr lang="en-US" i="1" dirty="0"/>
              <a:t>p</a:t>
            </a:r>
            <a:r>
              <a:rPr lang="en-US" dirty="0"/>
              <a:t>-value</a:t>
            </a:r>
          </a:p>
          <a:p>
            <a:r>
              <a:rPr lang="en-US" dirty="0"/>
              <a:t>Interpret the </a:t>
            </a:r>
            <a:r>
              <a:rPr lang="en-US" i="1" dirty="0"/>
              <a:t>p</a:t>
            </a:r>
            <a:r>
              <a:rPr lang="en-US" dirty="0"/>
              <a:t>-value and make conclusions 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11 November 2024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L.Barnby@derby.ac.uk - 7MA505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5DB03-EF6A-8E4F-921D-50D7ADE022D5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993709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Wilcoxon Signed-Rank Test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For a single sample or matched pairs data</a:t>
            </a:r>
          </a:p>
          <a:p>
            <a:r>
              <a:rPr lang="en-US" dirty="0"/>
              <a:t>This is the non-parametric equivalent of the single sample </a:t>
            </a:r>
            <a:r>
              <a:rPr lang="en-US" i="1" dirty="0"/>
              <a:t>t</a:t>
            </a:r>
            <a:r>
              <a:rPr lang="en-US" dirty="0"/>
              <a:t>-test </a:t>
            </a:r>
          </a:p>
          <a:p>
            <a:r>
              <a:rPr lang="en-US" dirty="0"/>
              <a:t>A single sample </a:t>
            </a:r>
            <a:r>
              <a:rPr lang="en-US" i="1" dirty="0"/>
              <a:t>t</a:t>
            </a:r>
            <a:r>
              <a:rPr lang="en-US" dirty="0"/>
              <a:t>-test makes the assumption that for </a:t>
            </a:r>
            <a:r>
              <a:rPr lang="en-US" b="1" dirty="0"/>
              <a:t>small</a:t>
            </a:r>
            <a:r>
              <a:rPr lang="en-US" dirty="0"/>
              <a:t> samples,</a:t>
            </a:r>
            <a:br>
              <a:rPr lang="en-US" dirty="0"/>
            </a:br>
            <a:r>
              <a:rPr lang="en-US" dirty="0"/>
              <a:t>n &lt; 30, the population should be normally distributed </a:t>
            </a:r>
          </a:p>
          <a:p>
            <a:r>
              <a:rPr lang="en-US" dirty="0"/>
              <a:t>Use the Wilcoxon Signed-Rank Test if the data, or in the case of</a:t>
            </a:r>
            <a:r>
              <a:rPr lang="en-US" i="1" dirty="0"/>
              <a:t> matched-pairs data </a:t>
            </a:r>
            <a:r>
              <a:rPr lang="en-US" dirty="0"/>
              <a:t>the </a:t>
            </a:r>
            <a:r>
              <a:rPr lang="en-US" i="1" dirty="0"/>
              <a:t>differences</a:t>
            </a:r>
            <a:r>
              <a:rPr lang="en-US" dirty="0"/>
              <a:t>, are non-normal 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11 November 2024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L.Barnby@derby.ac.uk - 7MA505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5DB03-EF6A-8E4F-921D-50D7ADE022D5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662856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Non-Parametric Tests: Sign Test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Sign test: test for the median </a:t>
            </a:r>
          </a:p>
          <a:p>
            <a:r>
              <a:rPr lang="en-US" dirty="0"/>
              <a:t>Only assumption: the data values are from a </a:t>
            </a:r>
            <a:r>
              <a:rPr lang="en-US" i="1" dirty="0"/>
              <a:t>continuous</a:t>
            </a:r>
            <a:r>
              <a:rPr lang="en-US" dirty="0"/>
              <a:t> distribution with positive density </a:t>
            </a:r>
          </a:p>
          <a:p>
            <a:r>
              <a:rPr lang="en-US" i="1" dirty="0"/>
              <a:t>H</a:t>
            </a:r>
            <a:r>
              <a:rPr lang="en-US" baseline="-25000" dirty="0"/>
              <a:t>0</a:t>
            </a:r>
            <a:r>
              <a:rPr lang="en-US" dirty="0"/>
              <a:t>: median is </a:t>
            </a:r>
            <a:r>
              <a:rPr lang="en-US" i="1" dirty="0"/>
              <a:t>m</a:t>
            </a:r>
          </a:p>
          <a:p>
            <a:r>
              <a:rPr lang="en-US" dirty="0"/>
              <a:t>Consider a binomial distribution in the following sense: each number is equally likely to be greater than, or less than, the median </a:t>
            </a:r>
          </a:p>
          <a:p>
            <a:r>
              <a:rPr lang="en-US" dirty="0"/>
              <a:t>Significance test:</a:t>
            </a:r>
          </a:p>
          <a:p>
            <a:pPr lvl="1"/>
            <a:r>
              <a:rPr lang="en-US" i="1" dirty="0"/>
              <a:t>H</a:t>
            </a:r>
            <a:r>
              <a:rPr lang="en-US" baseline="-25000" dirty="0"/>
              <a:t>0</a:t>
            </a:r>
            <a:r>
              <a:rPr lang="en-US" dirty="0"/>
              <a:t> : median = </a:t>
            </a:r>
            <a:r>
              <a:rPr lang="en-US" i="1" dirty="0"/>
              <a:t>m</a:t>
            </a:r>
          </a:p>
          <a:p>
            <a:pPr lvl="1"/>
            <a:r>
              <a:rPr lang="en-US" i="1" dirty="0"/>
              <a:t>H</a:t>
            </a:r>
            <a:r>
              <a:rPr lang="en-US" baseline="-25000" dirty="0"/>
              <a:t>1</a:t>
            </a:r>
            <a:r>
              <a:rPr lang="en-US" dirty="0"/>
              <a:t> : median &lt; </a:t>
            </a:r>
            <a:r>
              <a:rPr lang="en-US" i="1" dirty="0"/>
              <a:t>m</a:t>
            </a:r>
            <a:r>
              <a:rPr lang="en-US" dirty="0"/>
              <a:t>, &gt; m, or ≠ </a:t>
            </a:r>
            <a:r>
              <a:rPr lang="en-US" i="1" dirty="0"/>
              <a:t>m</a:t>
            </a:r>
          </a:p>
          <a:p>
            <a:r>
              <a:rPr lang="en-US" dirty="0"/>
              <a:t>Test statistic: T = number of </a:t>
            </a:r>
            <a:r>
              <a:rPr lang="en-US" i="1" dirty="0"/>
              <a:t>x</a:t>
            </a:r>
            <a:r>
              <a:rPr lang="en-US" i="1" baseline="-25000" dirty="0"/>
              <a:t>i</a:t>
            </a:r>
            <a:r>
              <a:rPr lang="en-US" dirty="0"/>
              <a:t> with </a:t>
            </a:r>
            <a:r>
              <a:rPr lang="en-US" i="1" dirty="0"/>
              <a:t>x</a:t>
            </a:r>
            <a:r>
              <a:rPr lang="en-US" i="1" baseline="-25000" dirty="0"/>
              <a:t>i </a:t>
            </a:r>
            <a:r>
              <a:rPr lang="en-US" dirty="0"/>
              <a:t>&gt; </a:t>
            </a:r>
            <a:r>
              <a:rPr lang="en-US" i="1" dirty="0"/>
              <a:t>m</a:t>
            </a:r>
          </a:p>
          <a:p>
            <a:pPr lvl="1"/>
            <a:r>
              <a:rPr lang="en-US" b="1" dirty="0">
                <a:solidFill>
                  <a:srgbClr val="C00000"/>
                </a:solidFill>
              </a:rPr>
              <a:t>Delete</a:t>
            </a:r>
            <a:r>
              <a:rPr lang="en-US" dirty="0"/>
              <a:t> values equal to </a:t>
            </a:r>
            <a:r>
              <a:rPr lang="en-US" i="1" dirty="0"/>
              <a:t>m 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11 November 2024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L.Barnby@derby.ac.uk - 7MA505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5DB03-EF6A-8E4F-921D-50D7ADE022D5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28517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8E758F-AAD5-CB44-AFFA-131A30CF13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Wilcoxon Signed Rank Test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0F28FE-439C-8A4D-8867-459DFBD4B0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17410"/>
            <a:ext cx="10515600" cy="4938939"/>
          </a:xfrm>
        </p:spPr>
        <p:txBody>
          <a:bodyPr/>
          <a:lstStyle/>
          <a:p>
            <a:r>
              <a:rPr lang="en-US" dirty="0"/>
              <a:t>Test assumes </a:t>
            </a:r>
            <a:r>
              <a:rPr lang="en-US" b="1" dirty="0">
                <a:solidFill>
                  <a:schemeClr val="accent1"/>
                </a:solidFill>
              </a:rPr>
              <a:t>symmetry</a:t>
            </a:r>
          </a:p>
          <a:p>
            <a:pPr lvl="1"/>
            <a:r>
              <a:rPr lang="en-US" dirty="0"/>
              <a:t>Distance of values from </a:t>
            </a:r>
            <a:r>
              <a:rPr lang="en-US" i="1" dirty="0"/>
              <a:t>m</a:t>
            </a:r>
            <a:r>
              <a:rPr lang="en-US" dirty="0"/>
              <a:t> on lower side and on higher side</a:t>
            </a:r>
          </a:p>
          <a:p>
            <a:r>
              <a:rPr lang="en-US" dirty="0"/>
              <a:t>Rank all data by distance from </a:t>
            </a:r>
            <a:r>
              <a:rPr lang="en-US" i="1" dirty="0"/>
              <a:t>m</a:t>
            </a:r>
          </a:p>
          <a:p>
            <a:pPr lvl="1"/>
            <a:r>
              <a:rPr lang="en-US" dirty="0"/>
              <a:t>Consider sum of ranks larger than </a:t>
            </a:r>
            <a:r>
              <a:rPr lang="en-US" i="1" dirty="0"/>
              <a:t>m</a:t>
            </a:r>
          </a:p>
          <a:p>
            <a:r>
              <a:rPr lang="en-US" dirty="0"/>
              <a:t>Wilcoxon Signed Rank test for the median:</a:t>
            </a:r>
          </a:p>
          <a:p>
            <a:pPr lvl="1"/>
            <a:r>
              <a:rPr lang="en-US" i="1" dirty="0"/>
              <a:t>H</a:t>
            </a:r>
            <a:r>
              <a:rPr lang="en-US" i="1" baseline="-25000" dirty="0"/>
              <a:t>0</a:t>
            </a:r>
            <a:r>
              <a:rPr lang="en-US" dirty="0"/>
              <a:t>: median = </a:t>
            </a:r>
            <a:r>
              <a:rPr lang="en-US" i="1" dirty="0"/>
              <a:t>m</a:t>
            </a:r>
          </a:p>
          <a:p>
            <a:pPr lvl="1"/>
            <a:r>
              <a:rPr lang="en-US" i="1" dirty="0"/>
              <a:t>H</a:t>
            </a:r>
            <a:r>
              <a:rPr lang="en-US" i="1" baseline="-25000" dirty="0"/>
              <a:t>1</a:t>
            </a:r>
            <a:r>
              <a:rPr lang="en-US" dirty="0"/>
              <a:t> median &lt; </a:t>
            </a:r>
            <a:r>
              <a:rPr lang="en-US" i="1" dirty="0"/>
              <a:t>m</a:t>
            </a:r>
            <a:r>
              <a:rPr lang="en-US" dirty="0"/>
              <a:t> </a:t>
            </a:r>
          </a:p>
          <a:p>
            <a:pPr lvl="2"/>
            <a:r>
              <a:rPr lang="en-US" dirty="0"/>
              <a:t>Alternatively median &gt; </a:t>
            </a:r>
            <a:r>
              <a:rPr lang="en-US" i="1" dirty="0"/>
              <a:t>m</a:t>
            </a:r>
            <a:r>
              <a:rPr lang="en-US" dirty="0"/>
              <a:t>, median ≠ </a:t>
            </a:r>
            <a:r>
              <a:rPr lang="en-US" i="1" dirty="0"/>
              <a:t>m</a:t>
            </a:r>
          </a:p>
          <a:p>
            <a:r>
              <a:rPr lang="en-US" dirty="0"/>
              <a:t>Test statistic </a:t>
            </a:r>
            <a:r>
              <a:rPr lang="en-US" i="1" dirty="0"/>
              <a:t>T</a:t>
            </a:r>
          </a:p>
          <a:p>
            <a:r>
              <a:rPr lang="en-US" dirty="0"/>
              <a:t>Large values of </a:t>
            </a:r>
            <a:r>
              <a:rPr lang="en-US" i="1" dirty="0"/>
              <a:t>T</a:t>
            </a:r>
            <a:r>
              <a:rPr lang="en-US" dirty="0"/>
              <a:t> have small probability </a:t>
            </a:r>
            <a:r>
              <a:rPr lang="en-US" i="1" dirty="0"/>
              <a:t>p</a:t>
            </a:r>
          </a:p>
          <a:p>
            <a:pPr lvl="1"/>
            <a:r>
              <a:rPr lang="en-US" dirty="0"/>
              <a:t>Supporting the alternative hypothesis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9CCDB4-11B1-0D46-B013-C7E09A61D6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11 November 2024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E0DD59-B3E2-C146-8AE7-3CD3442AFE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L.Barnby@derby.ac.uk - 7MA505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22A646-B169-D444-AC06-2BBA95F187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5DB03-EF6A-8E4F-921D-50D7ADE022D5}" type="slidenum">
              <a:rPr lang="en-US" smtClean="0"/>
              <a:t>20</a:t>
            </a:fld>
            <a:endParaRPr lang="en-US"/>
          </a:p>
        </p:txBody>
      </p:sp>
      <p:pic>
        <p:nvPicPr>
          <p:cNvPr id="9" name="Picture 8" descr="Wilcoxon Signed Rank Test statistic, T = sum (over i where x underscore i greater than m) of the rank of the modulus of x underscore i minus m, where m is the hypothesised median">
            <a:extLst>
              <a:ext uri="{FF2B5EF4-FFF2-40B4-BE49-F238E27FC236}">
                <a16:creationId xmlns:a16="http://schemas.microsoft.com/office/drawing/2014/main" id="{14ECB8E7-1031-9040-86F3-0D3E4CEB2A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88843" y="4519386"/>
            <a:ext cx="5118100" cy="10287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ED97DE4-AFF8-E64D-A8AC-93F47F540BE5}"/>
              </a:ext>
            </a:extLst>
          </p:cNvPr>
          <p:cNvSpPr txBox="1"/>
          <p:nvPr/>
        </p:nvSpPr>
        <p:spPr>
          <a:xfrm>
            <a:off x="8340930" y="2551038"/>
            <a:ext cx="34769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Ideally should not have ties, otherwise corrections needed</a:t>
            </a:r>
          </a:p>
        </p:txBody>
      </p:sp>
    </p:spTree>
    <p:extLst>
      <p:ext uri="{BB962C8B-B14F-4D97-AF65-F5344CB8AC3E}">
        <p14:creationId xmlns:p14="http://schemas.microsoft.com/office/powerpoint/2010/main" val="195550590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BC4CB6-9163-F738-8593-7E33E9B00D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089BC5-D688-3F76-2C9F-EFE309CD73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Wilcoxon Signed Rank Test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E817F8-1941-6D24-6ED8-B8E1BC6AD7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11 November 2024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1BDDB6-83A2-8D82-7307-A824C636FA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L.Barnby@derby.ac.uk - 7MA505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34B8BD-7A65-9C78-0F47-346A09F0F2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5DB03-EF6A-8E4F-921D-50D7ADE022D5}" type="slidenum">
              <a:rPr lang="en-US" smtClean="0"/>
              <a:t>21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217C0957-9536-A619-1107-46ADF6C44C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Two-sample t-test: this tests whether two independent samples have the same mean (centre). It is assumed that both samples are drawn from a normal distribution.</a:t>
            </a:r>
          </a:p>
          <a:p>
            <a:r>
              <a:rPr lang="en-GB" dirty="0">
                <a:solidFill>
                  <a:schemeClr val="accent1">
                    <a:lumMod val="75000"/>
                  </a:schemeClr>
                </a:solidFill>
              </a:rPr>
              <a:t>The Wilcoxon Signed Rank Test is relevant in situations where the parent populations may be heavily skewed, or have heavy tails.</a:t>
            </a:r>
          </a:p>
          <a:p>
            <a:r>
              <a:rPr lang="en-GB" dirty="0"/>
              <a:t>It is assumed that the two samples come from two distributions which are identical, apart from a possible shift of the central location.</a:t>
            </a:r>
          </a:p>
          <a:p>
            <a:r>
              <a:rPr lang="en-GB" dirty="0">
                <a:solidFill>
                  <a:schemeClr val="accent1">
                    <a:lumMod val="75000"/>
                  </a:schemeClr>
                </a:solidFill>
              </a:rPr>
              <a:t>The Wilcoxon Signed Rank Test tests whether the centres are identical, or one is greater than (or less than), the other.</a:t>
            </a:r>
          </a:p>
        </p:txBody>
      </p:sp>
    </p:spTree>
    <p:extLst>
      <p:ext uri="{BB962C8B-B14F-4D97-AF65-F5344CB8AC3E}">
        <p14:creationId xmlns:p14="http://schemas.microsoft.com/office/powerpoint/2010/main" val="24814653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C25098-FE45-C115-26A9-2A00CF3F86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4492A9-A902-F001-EC67-1221DA8DC9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0964403" cy="1325563"/>
          </a:xfrm>
        </p:spPr>
        <p:txBody>
          <a:bodyPr/>
          <a:lstStyle/>
          <a:p>
            <a:r>
              <a:rPr lang="en-US" dirty="0"/>
              <a:t>Hypotheses for the Wilcoxon Signed-Rank Test </a:t>
            </a:r>
            <a:endParaRPr lang="en-US" dirty="0">
              <a:effectLst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E345B8-6C92-2DCB-8612-8CF4C1E5B6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11 November 2024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413A91-D0BA-CB8D-3B82-A1828EFD7D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L.Barnby@derby.ac.uk - 7MA505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39CEB4-59F1-9DF1-1AA8-69DE2AE19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5DB03-EF6A-8E4F-921D-50D7ADE022D5}" type="slidenum">
              <a:rPr lang="en-US" smtClean="0"/>
              <a:t>22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BA2D981E-C4E6-D5B9-C998-5FB29D06D6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The test is based on the </a:t>
            </a:r>
            <a:r>
              <a:rPr lang="en-GB" b="1" dirty="0"/>
              <a:t>median</a:t>
            </a:r>
            <a:r>
              <a:rPr lang="en-GB" dirty="0"/>
              <a:t>, rather than the mean, with the following hypotheses:</a:t>
            </a:r>
            <a:br>
              <a:rPr lang="en-GB" dirty="0"/>
            </a:br>
            <a:endParaRPr lang="en-GB" dirty="0"/>
          </a:p>
          <a:p>
            <a:pPr lvl="1"/>
            <a:r>
              <a:rPr lang="en-GB" i="1" dirty="0"/>
              <a:t>H</a:t>
            </a:r>
            <a:r>
              <a:rPr lang="en-GB" baseline="-25000" dirty="0"/>
              <a:t>0</a:t>
            </a:r>
            <a:r>
              <a:rPr lang="en-GB" dirty="0"/>
              <a:t> : median = hypothesised value</a:t>
            </a:r>
            <a:br>
              <a:rPr lang="en-GB" dirty="0"/>
            </a:br>
            <a:endParaRPr lang="en-GB" dirty="0"/>
          </a:p>
          <a:p>
            <a:pPr lvl="1"/>
            <a:r>
              <a:rPr lang="en-GB" i="1" dirty="0"/>
              <a:t>H</a:t>
            </a:r>
            <a:r>
              <a:rPr lang="en-GB" i="1" baseline="-25000" dirty="0"/>
              <a:t>1</a:t>
            </a:r>
            <a:r>
              <a:rPr lang="en-GB" dirty="0"/>
              <a:t> : median ≠ hypothesised value </a:t>
            </a:r>
            <a:r>
              <a:rPr lang="en-GB" i="1" dirty="0"/>
              <a:t>or</a:t>
            </a:r>
            <a:r>
              <a:rPr lang="en-GB" dirty="0"/>
              <a:t> </a:t>
            </a:r>
            <a:br>
              <a:rPr lang="en-GB" dirty="0"/>
            </a:br>
            <a:r>
              <a:rPr lang="en-GB" dirty="0"/>
              <a:t>median &gt; hypothesised value </a:t>
            </a:r>
            <a:r>
              <a:rPr lang="en-GB" i="1" dirty="0"/>
              <a:t>or</a:t>
            </a:r>
            <a:br>
              <a:rPr lang="en-GB" dirty="0"/>
            </a:br>
            <a:r>
              <a:rPr lang="en-GB" dirty="0"/>
              <a:t>median &lt; hypothesised value</a:t>
            </a:r>
          </a:p>
          <a:p>
            <a:pPr lvl="1"/>
            <a:endParaRPr lang="en-GB" dirty="0"/>
          </a:p>
          <a:p>
            <a:pPr marL="457200" lvl="1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7098578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6ED84F-B411-60EE-5C78-B9D7E927E3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ECA68E-32DB-F60E-F3D0-5C6444E8FD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Algorithm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C22A43-98D1-3A7A-7298-0DB2E0C432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11 November 2024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F985F4-5893-7B33-05C7-343938F0C9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L.Barnby@derby.ac.uk - 7MA505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E9F2F3-2843-A82C-83A6-3B9BD191D4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5DB03-EF6A-8E4F-921D-50D7ADE022D5}" type="slidenum">
              <a:rPr lang="en-US" smtClean="0"/>
              <a:t>23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B6ED0E23-31B6-D8C1-1C29-47629AB363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An explanation of the algorithm used for the hypothesis test, taking the following steps:</a:t>
            </a:r>
          </a:p>
          <a:p>
            <a:pPr lvl="1"/>
            <a:r>
              <a:rPr lang="en-GB" dirty="0"/>
              <a:t>Subtract the hypothesised median from all the values</a:t>
            </a:r>
          </a:p>
          <a:p>
            <a:pPr lvl="1"/>
            <a:r>
              <a:rPr lang="en-GB" dirty="0">
                <a:solidFill>
                  <a:schemeClr val="accent1">
                    <a:lumMod val="75000"/>
                  </a:schemeClr>
                </a:solidFill>
              </a:rPr>
              <a:t>Arrange the resulting differences in ascending order</a:t>
            </a:r>
          </a:p>
          <a:p>
            <a:pPr lvl="1"/>
            <a:r>
              <a:rPr lang="en-GB" dirty="0"/>
              <a:t>Rank the absolute differences</a:t>
            </a:r>
          </a:p>
          <a:p>
            <a:pPr lvl="1"/>
            <a:r>
              <a:rPr lang="en-GB" dirty="0">
                <a:solidFill>
                  <a:schemeClr val="accent1">
                    <a:lumMod val="75000"/>
                  </a:schemeClr>
                </a:solidFill>
              </a:rPr>
              <a:t>Calculate </a:t>
            </a:r>
            <a:r>
              <a:rPr lang="en-GB" i="1" dirty="0">
                <a:solidFill>
                  <a:schemeClr val="accent1">
                    <a:lumMod val="75000"/>
                  </a:schemeClr>
                </a:solidFill>
              </a:rPr>
              <a:t>T</a:t>
            </a:r>
            <a:r>
              <a:rPr lang="en-GB" baseline="-25000" dirty="0">
                <a:solidFill>
                  <a:schemeClr val="accent1">
                    <a:lumMod val="75000"/>
                  </a:schemeClr>
                </a:solidFill>
              </a:rPr>
              <a:t>+</a:t>
            </a:r>
            <a:r>
              <a:rPr lang="en-GB" dirty="0">
                <a:solidFill>
                  <a:schemeClr val="accent1">
                    <a:lumMod val="75000"/>
                  </a:schemeClr>
                </a:solidFill>
              </a:rPr>
              <a:t> This is the sum of ranks of the values above the median i.e. the positive differences</a:t>
            </a:r>
          </a:p>
          <a:p>
            <a:pPr lvl="1"/>
            <a:r>
              <a:rPr lang="en-GB" dirty="0"/>
              <a:t>and </a:t>
            </a:r>
            <a:r>
              <a:rPr lang="en-GB" i="1" dirty="0"/>
              <a:t>T</a:t>
            </a:r>
            <a:r>
              <a:rPr lang="en-GB" i="1" baseline="-25000" dirty="0"/>
              <a:t>-</a:t>
            </a:r>
            <a:r>
              <a:rPr lang="en-GB" dirty="0"/>
              <a:t> This is the sum of ranks of the values below the median i.e. the negative differences</a:t>
            </a:r>
          </a:p>
          <a:p>
            <a:pPr lvl="1"/>
            <a:r>
              <a:rPr lang="en-GB" dirty="0">
                <a:solidFill>
                  <a:schemeClr val="accent1">
                    <a:lumMod val="75000"/>
                  </a:schemeClr>
                </a:solidFill>
              </a:rPr>
              <a:t>If n &lt; 15 take the smaller of </a:t>
            </a:r>
            <a:r>
              <a:rPr lang="en-GB" i="1" dirty="0">
                <a:solidFill>
                  <a:schemeClr val="accent1">
                    <a:lumMod val="75000"/>
                  </a:schemeClr>
                </a:solidFill>
              </a:rPr>
              <a:t>T</a:t>
            </a:r>
            <a:r>
              <a:rPr lang="en-GB" baseline="-25000" dirty="0">
                <a:solidFill>
                  <a:schemeClr val="accent1">
                    <a:lumMod val="75000"/>
                  </a:schemeClr>
                </a:solidFill>
              </a:rPr>
              <a:t>+</a:t>
            </a:r>
            <a:r>
              <a:rPr lang="en-GB" dirty="0">
                <a:solidFill>
                  <a:schemeClr val="accent1">
                    <a:lumMod val="75000"/>
                  </a:schemeClr>
                </a:solidFill>
              </a:rPr>
              <a:t> and </a:t>
            </a:r>
            <a:r>
              <a:rPr lang="en-GB" i="1" dirty="0">
                <a:solidFill>
                  <a:schemeClr val="accent1">
                    <a:lumMod val="75000"/>
                  </a:schemeClr>
                </a:solidFill>
              </a:rPr>
              <a:t>T</a:t>
            </a:r>
            <a:r>
              <a:rPr lang="en-GB" i="1" baseline="-25000" dirty="0">
                <a:solidFill>
                  <a:schemeClr val="accent1">
                    <a:lumMod val="75000"/>
                  </a:schemeClr>
                </a:solidFill>
              </a:rPr>
              <a:t>-</a:t>
            </a:r>
            <a:r>
              <a:rPr lang="en-GB" dirty="0">
                <a:solidFill>
                  <a:schemeClr val="accent1">
                    <a:lumMod val="75000"/>
                  </a:schemeClr>
                </a:solidFill>
              </a:rPr>
              <a:t> and compare to statistical tables</a:t>
            </a:r>
          </a:p>
          <a:p>
            <a:pPr lvl="1"/>
            <a:r>
              <a:rPr lang="en-GB" dirty="0"/>
              <a:t>If n ≥ 15 a test statistic can be calculated which is itself normally distributed</a:t>
            </a:r>
          </a:p>
          <a:p>
            <a:pPr lvl="1"/>
            <a:endParaRPr lang="en-GB" dirty="0"/>
          </a:p>
          <a:p>
            <a:pPr lvl="1"/>
            <a:endParaRPr lang="en-GB" dirty="0"/>
          </a:p>
          <a:p>
            <a:pPr lvl="1"/>
            <a:endParaRPr lang="en-GB" dirty="0"/>
          </a:p>
          <a:p>
            <a:pPr lvl="1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5902689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760C6A8C-4B45-0B43-9FF1-99D788A887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F4DBAC4-DEB6-2547-A8DE-B46749F666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64425"/>
            <a:ext cx="3038061" cy="4312537"/>
          </a:xfrm>
        </p:spPr>
        <p:txBody>
          <a:bodyPr/>
          <a:lstStyle/>
          <a:p>
            <a:r>
              <a:rPr lang="en-US" dirty="0"/>
              <a:t>Test </a:t>
            </a:r>
            <a:r>
              <a:rPr lang="en-US" i="1" dirty="0"/>
              <a:t>H</a:t>
            </a:r>
            <a:r>
              <a:rPr lang="en-US" baseline="-25000" dirty="0"/>
              <a:t>0 </a:t>
            </a:r>
            <a:r>
              <a:rPr lang="en-US" dirty="0"/>
              <a:t>: </a:t>
            </a:r>
            <a:r>
              <a:rPr lang="en-US" i="1" dirty="0"/>
              <a:t>m</a:t>
            </a:r>
            <a:r>
              <a:rPr lang="en-US" dirty="0"/>
              <a:t> = 0.64</a:t>
            </a:r>
          </a:p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AA14FA3-8480-A548-885D-AC904025A7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11 November 2024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97152DB-D442-084A-BE79-D10E8211AF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L.Barnby@derby.ac.uk - 7MA505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C3BC12E-88F0-9942-9462-92ACBC2638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5DB03-EF6A-8E4F-921D-50D7ADE022D5}" type="slidenum">
              <a:rPr lang="en-US" smtClean="0"/>
              <a:t>24</a:t>
            </a:fld>
            <a:endParaRPr lang="en-US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702D1241-9DF3-0849-BB54-E6807CDE5B5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97181234"/>
              </p:ext>
            </p:extLst>
          </p:nvPr>
        </p:nvGraphicFramePr>
        <p:xfrm>
          <a:off x="3963391" y="136525"/>
          <a:ext cx="8128000" cy="6304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073514844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60886238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68012210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05968934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Data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Data-median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80894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0.6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-0.04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761718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0.65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45734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0.58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-0.06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293477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0.73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49267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0.71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004404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0.69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38841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0.63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-0.01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8576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0.54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-0.1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349772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0.70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404675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0.68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406273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0.74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40788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0.77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80297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0.73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409467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0.73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603657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0.74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10610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0.76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952471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3816142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A9B3CA-3211-A6D6-237F-3ACAFC2B9D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CC6EC9-31F8-5335-4A3C-8AC543A322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23655"/>
            <a:ext cx="10515600" cy="4351338"/>
          </a:xfrm>
        </p:spPr>
        <p:txBody>
          <a:bodyPr/>
          <a:lstStyle/>
          <a:p>
            <a:r>
              <a:rPr lang="en-US" dirty="0"/>
              <a:t>The summed rank statistic must be compared to the set of </a:t>
            </a:r>
            <a:r>
              <a:rPr lang="en-US" i="1" dirty="0"/>
              <a:t>all possible </a:t>
            </a:r>
            <a:r>
              <a:rPr lang="en-US" dirty="0"/>
              <a:t>rank statistics for the that value of </a:t>
            </a:r>
            <a:r>
              <a:rPr lang="en-US" i="1" dirty="0"/>
              <a:t>n</a:t>
            </a:r>
            <a:r>
              <a:rPr lang="en-US" dirty="0"/>
              <a:t>, the number of data.</a:t>
            </a:r>
          </a:p>
          <a:p>
            <a:r>
              <a:rPr lang="en-US" dirty="0"/>
              <a:t>This allows a probability </a:t>
            </a:r>
            <a:r>
              <a:rPr lang="en-US" i="1" dirty="0"/>
              <a:t>p</a:t>
            </a:r>
            <a:r>
              <a:rPr lang="en-US" dirty="0"/>
              <a:t> to be calculated for rankings as, or </a:t>
            </a:r>
            <a:r>
              <a:rPr lang="en-US" i="1" dirty="0"/>
              <a:t>more extreme</a:t>
            </a:r>
            <a:r>
              <a:rPr lang="en-US" dirty="0"/>
              <a:t> than that calculated i.e. more asymmetric.</a:t>
            </a:r>
          </a:p>
          <a:p>
            <a:r>
              <a:rPr lang="en-US" dirty="0"/>
              <a:t>It is best to allow statistical software to do this!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AFC9D4-D1E7-697E-3E8B-52871C40C3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11 November 2024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F04AD9-AFF3-E7FF-DF76-A7ACEF5E77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L.Barnby@derby.ac.uk - 7MA505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96293E-99FE-0595-6E1D-9ECFB1A1F0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5DB03-EF6A-8E4F-921D-50D7ADE022D5}" type="slidenum">
              <a:rPr lang="en-US" smtClean="0"/>
              <a:t>25</a:t>
            </a:fld>
            <a:endParaRPr lang="en-US"/>
          </a:p>
        </p:txBody>
      </p:sp>
      <p:pic>
        <p:nvPicPr>
          <p:cNvPr id="7" name="Picture 6" descr="A screenshot of the commands in R used to perform the Wilcoxon Signed Rank test&#10;for a set of data, x, for example those from the previous slide, wilcox.test(x, m=0.64)&#10;Gives the output:&#10;… V= 111, p-value = 0.02771">
            <a:extLst>
              <a:ext uri="{FF2B5EF4-FFF2-40B4-BE49-F238E27FC236}">
                <a16:creationId xmlns:a16="http://schemas.microsoft.com/office/drawing/2014/main" id="{BFA575A2-C81D-3410-8C65-47A9FDAED6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8423" y="3752845"/>
            <a:ext cx="9856131" cy="26035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147540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3D11BC-A666-3244-9EA4-71EB454CA9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FA91F0F-1F59-9449-8348-D52E534330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First look at situations where underlying assumptions are not valid</a:t>
            </a:r>
          </a:p>
          <a:p>
            <a:endParaRPr lang="en-US" dirty="0"/>
          </a:p>
          <a:p>
            <a:r>
              <a:rPr lang="en-US" dirty="0"/>
              <a:t>Introduction to some </a:t>
            </a:r>
            <a:r>
              <a:rPr lang="en-US" i="1" dirty="0"/>
              <a:t>non-parametric</a:t>
            </a:r>
            <a:r>
              <a:rPr lang="en-US" dirty="0"/>
              <a:t> tests</a:t>
            </a:r>
          </a:p>
          <a:p>
            <a:pPr lvl="1"/>
            <a:r>
              <a:rPr lang="en-US" dirty="0"/>
              <a:t>With first worked example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1343725-E41C-E742-B503-DF9D153F88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11 November 2024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BEA59BB-FA9C-0B44-9BE0-9F3E858E16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L.Barnby@derby.ac.uk - 7MA505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069E1F9-D478-8740-98BE-E759E34DF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5DB03-EF6A-8E4F-921D-50D7ADE022D5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1847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5" id="{B289A937-BB76-8849-9817-C27864E913BC}" vid="{6759FE46-AE8E-3244-9678-EBA8AA8A6E2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Έγγραφο" ma:contentTypeID="0x010100A8E9AC2D8CFB8B41AABCC159999A4638" ma:contentTypeVersion="3" ma:contentTypeDescription="Δημιουργία νέου εγγράφου" ma:contentTypeScope="" ma:versionID="02d7452c1351a26e008847a89c774335">
  <xsd:schema xmlns:xsd="http://www.w3.org/2001/XMLSchema" xmlns:xs="http://www.w3.org/2001/XMLSchema" xmlns:p="http://schemas.microsoft.com/office/2006/metadata/properties" xmlns:ns2="4cb626c9-b1d3-40fc-bfd5-902d07b155e1" targetNamespace="http://schemas.microsoft.com/office/2006/metadata/properties" ma:root="true" ma:fieldsID="ffc36a5eaba856025c0230ad6c0aedf9" ns2:_="">
    <xsd:import namespace="4cb626c9-b1d3-40fc-bfd5-902d07b155e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cb626c9-b1d3-40fc-bfd5-902d07b155e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Τύπος περιεχομένου"/>
        <xsd:element ref="dc:title" minOccurs="0" maxOccurs="1" ma:index="4" ma:displayName="Τίτλος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56E18945-3225-4701-8254-F081645209F4}"/>
</file>

<file path=customXml/itemProps2.xml><?xml version="1.0" encoding="utf-8"?>
<ds:datastoreItem xmlns:ds="http://schemas.openxmlformats.org/officeDocument/2006/customXml" ds:itemID="{364B0BB3-BBF5-4211-9633-ACC7E1D84CF8}"/>
</file>

<file path=customXml/itemProps3.xml><?xml version="1.0" encoding="utf-8"?>
<ds:datastoreItem xmlns:ds="http://schemas.openxmlformats.org/officeDocument/2006/customXml" ds:itemID="{237D6667-C9E4-42F9-AA75-8C7C7F743424}"/>
</file>

<file path=docProps/app.xml><?xml version="1.0" encoding="utf-8"?>
<Properties xmlns="http://schemas.openxmlformats.org/officeDocument/2006/extended-properties" xmlns:vt="http://schemas.openxmlformats.org/officeDocument/2006/docPropsVTypes">
  <Template>5MA506_201718</Template>
  <TotalTime>1202</TotalTime>
  <Words>2106</Words>
  <Application>Microsoft Macintosh PowerPoint</Application>
  <PresentationFormat>Widescreen</PresentationFormat>
  <Paragraphs>327</Paragraphs>
  <Slides>26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0" baseType="lpstr">
      <vt:lpstr>Arial</vt:lpstr>
      <vt:lpstr>Calibri</vt:lpstr>
      <vt:lpstr>Calibri Light</vt:lpstr>
      <vt:lpstr>Office Theme</vt:lpstr>
      <vt:lpstr>Non-parametric tests</vt:lpstr>
      <vt:lpstr>Outline</vt:lpstr>
      <vt:lpstr>Statistical Inference</vt:lpstr>
      <vt:lpstr>Standard Normal Distribution</vt:lpstr>
      <vt:lpstr>Statistical Inference</vt:lpstr>
      <vt:lpstr>Statistical Inference cont.</vt:lpstr>
      <vt:lpstr>Summary of the Hypothesis Testing Procedure </vt:lpstr>
      <vt:lpstr>Hypotheses</vt:lpstr>
      <vt:lpstr>False results</vt:lpstr>
      <vt:lpstr>Error Type Mnemonic</vt:lpstr>
      <vt:lpstr>Parametric and Non-parametric Tests</vt:lpstr>
      <vt:lpstr>Parametric assumptions</vt:lpstr>
      <vt:lpstr>t-Test and Mann-Whitney Test</vt:lpstr>
      <vt:lpstr>Non-parametric - introduction</vt:lpstr>
      <vt:lpstr>Non-parametric - further introduction</vt:lpstr>
      <vt:lpstr>Advantages and Disadvantages of Non-parametric Tests  </vt:lpstr>
      <vt:lpstr>Procedure for a Non-parametric Test </vt:lpstr>
      <vt:lpstr>Wilcoxon Signed-Rank Test </vt:lpstr>
      <vt:lpstr>Non-Parametric Tests: Sign Test </vt:lpstr>
      <vt:lpstr>Wilcoxon Signed Rank Test </vt:lpstr>
      <vt:lpstr>Wilcoxon Signed Rank Test </vt:lpstr>
      <vt:lpstr>Hypotheses for the Wilcoxon Signed-Rank Test </vt:lpstr>
      <vt:lpstr>Algorithm</vt:lpstr>
      <vt:lpstr>Example</vt:lpstr>
      <vt:lpstr>Result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This Week’s title</dc:title>
  <dc:creator>Lee Barnby</dc:creator>
  <cp:lastModifiedBy>Lee Barnby</cp:lastModifiedBy>
  <cp:revision>26</cp:revision>
  <dcterms:created xsi:type="dcterms:W3CDTF">2017-11-13T00:23:41Z</dcterms:created>
  <dcterms:modified xsi:type="dcterms:W3CDTF">2024-11-11T15:37:54Z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0x010100A8E9AC2D8CFB8B41AABCC159999A4638</vt:lpwstr>
  </property>
</Properties>
</file>