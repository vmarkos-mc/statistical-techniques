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71" r:id="rId5"/>
    <p:sldId id="280" r:id="rId6"/>
    <p:sldId id="259" r:id="rId7"/>
    <p:sldId id="276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2" r:id="rId20"/>
    <p:sldId id="277" r:id="rId21"/>
    <p:sldId id="278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7A4707-6026-7845-A547-CEF8D54BF617}" v="10" dt="2024-10-28T12:57:16.8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55"/>
    <p:restoredTop sz="95856"/>
  </p:normalViewPr>
  <p:slideViewPr>
    <p:cSldViewPr snapToGrid="0" snapToObjects="1">
      <p:cViewPr varScale="1">
        <p:scale>
          <a:sx n="103" d="100"/>
          <a:sy n="103" d="100"/>
        </p:scale>
        <p:origin x="208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 Barnby" userId="39f99d8d-e7e3-4c24-8daa-b8927982594d" providerId="ADAL" clId="{4DFC098B-FC92-8D43-9283-932DC0C0C70F}"/>
    <pc:docChg chg="modSld">
      <pc:chgData name="Lee Barnby" userId="39f99d8d-e7e3-4c24-8daa-b8927982594d" providerId="ADAL" clId="{4DFC098B-FC92-8D43-9283-932DC0C0C70F}" dt="2020-11-06T08:12:04.213" v="13" actId="114"/>
      <pc:docMkLst>
        <pc:docMk/>
      </pc:docMkLst>
      <pc:sldChg chg="modSp mod">
        <pc:chgData name="Lee Barnby" userId="39f99d8d-e7e3-4c24-8daa-b8927982594d" providerId="ADAL" clId="{4DFC098B-FC92-8D43-9283-932DC0C0C70F}" dt="2020-11-06T08:09:34.754" v="3" actId="20577"/>
        <pc:sldMkLst>
          <pc:docMk/>
          <pc:sldMk cId="1408652796" sldId="256"/>
        </pc:sldMkLst>
        <pc:spChg chg="mod">
          <ac:chgData name="Lee Barnby" userId="39f99d8d-e7e3-4c24-8daa-b8927982594d" providerId="ADAL" clId="{4DFC098B-FC92-8D43-9283-932DC0C0C70F}" dt="2020-11-06T08:09:34.754" v="3" actId="20577"/>
          <ac:spMkLst>
            <pc:docMk/>
            <pc:sldMk cId="1408652796" sldId="256"/>
            <ac:spMk id="4" creationId="{00000000-0000-0000-0000-000000000000}"/>
          </ac:spMkLst>
        </pc:spChg>
      </pc:sldChg>
      <pc:sldChg chg="modSp mod">
        <pc:chgData name="Lee Barnby" userId="39f99d8d-e7e3-4c24-8daa-b8927982594d" providerId="ADAL" clId="{4DFC098B-FC92-8D43-9283-932DC0C0C70F}" dt="2020-11-06T08:12:04.213" v="13" actId="114"/>
        <pc:sldMkLst>
          <pc:docMk/>
          <pc:sldMk cId="437150788" sldId="266"/>
        </pc:sldMkLst>
        <pc:spChg chg="mod">
          <ac:chgData name="Lee Barnby" userId="39f99d8d-e7e3-4c24-8daa-b8927982594d" providerId="ADAL" clId="{4DFC098B-FC92-8D43-9283-932DC0C0C70F}" dt="2020-11-06T08:12:04.213" v="13" actId="114"/>
          <ac:spMkLst>
            <pc:docMk/>
            <pc:sldMk cId="437150788" sldId="266"/>
            <ac:spMk id="3" creationId="{00000000-0000-0000-0000-000000000000}"/>
          </ac:spMkLst>
        </pc:spChg>
      </pc:sldChg>
    </pc:docChg>
  </pc:docChgLst>
  <pc:docChgLst>
    <pc:chgData name="Lee Barnby" userId="39f99d8d-e7e3-4c24-8daa-b8927982594d" providerId="ADAL" clId="{B63DB7C2-EE87-7D4D-BD2B-FAFEDFF8D96A}"/>
    <pc:docChg chg="undo custSel addSld delSld modSld sldOrd modMainMaster">
      <pc:chgData name="Lee Barnby" userId="39f99d8d-e7e3-4c24-8daa-b8927982594d" providerId="ADAL" clId="{B63DB7C2-EE87-7D4D-BD2B-FAFEDFF8D96A}" dt="2020-11-05T14:24:04.899" v="706" actId="20577"/>
      <pc:docMkLst>
        <pc:docMk/>
      </pc:docMkLst>
      <pc:sldChg chg="modSp mod">
        <pc:chgData name="Lee Barnby" userId="39f99d8d-e7e3-4c24-8daa-b8927982594d" providerId="ADAL" clId="{B63DB7C2-EE87-7D4D-BD2B-FAFEDFF8D96A}" dt="2020-11-05T10:20:28.648" v="14" actId="20577"/>
        <pc:sldMkLst>
          <pc:docMk/>
          <pc:sldMk cId="1408652796" sldId="256"/>
        </pc:sldMkLst>
        <pc:spChg chg="mod">
          <ac:chgData name="Lee Barnby" userId="39f99d8d-e7e3-4c24-8daa-b8927982594d" providerId="ADAL" clId="{B63DB7C2-EE87-7D4D-BD2B-FAFEDFF8D96A}" dt="2020-11-05T10:20:21.543" v="12" actId="20577"/>
          <ac:spMkLst>
            <pc:docMk/>
            <pc:sldMk cId="1408652796" sldId="256"/>
            <ac:spMk id="3" creationId="{00000000-0000-0000-0000-000000000000}"/>
          </ac:spMkLst>
        </pc:spChg>
        <pc:spChg chg="mod">
          <ac:chgData name="Lee Barnby" userId="39f99d8d-e7e3-4c24-8daa-b8927982594d" providerId="ADAL" clId="{B63DB7C2-EE87-7D4D-BD2B-FAFEDFF8D96A}" dt="2020-11-05T10:20:28.648" v="14" actId="20577"/>
          <ac:spMkLst>
            <pc:docMk/>
            <pc:sldMk cId="1408652796" sldId="256"/>
            <ac:spMk id="4" creationId="{00000000-0000-0000-0000-000000000000}"/>
          </ac:spMkLst>
        </pc:spChg>
      </pc:sldChg>
      <pc:sldChg chg="delSp mod">
        <pc:chgData name="Lee Barnby" userId="39f99d8d-e7e3-4c24-8daa-b8927982594d" providerId="ADAL" clId="{B63DB7C2-EE87-7D4D-BD2B-FAFEDFF8D96A}" dt="2020-11-05T13:25:51.979" v="19" actId="478"/>
        <pc:sldMkLst>
          <pc:docMk/>
          <pc:sldMk cId="513805911" sldId="259"/>
        </pc:sldMkLst>
        <pc:inkChg chg="del">
          <ac:chgData name="Lee Barnby" userId="39f99d8d-e7e3-4c24-8daa-b8927982594d" providerId="ADAL" clId="{B63DB7C2-EE87-7D4D-BD2B-FAFEDFF8D96A}" dt="2020-11-05T13:25:27.121" v="16" actId="478"/>
          <ac:inkMkLst>
            <pc:docMk/>
            <pc:sldMk cId="513805911" sldId="259"/>
            <ac:inkMk id="7" creationId="{CDF877AD-7B2D-F64A-8B01-466B22B9F9D8}"/>
          </ac:inkMkLst>
        </pc:inkChg>
        <pc:inkChg chg="del">
          <ac:chgData name="Lee Barnby" userId="39f99d8d-e7e3-4c24-8daa-b8927982594d" providerId="ADAL" clId="{B63DB7C2-EE87-7D4D-BD2B-FAFEDFF8D96A}" dt="2020-11-05T13:25:47.588" v="17" actId="478"/>
          <ac:inkMkLst>
            <pc:docMk/>
            <pc:sldMk cId="513805911" sldId="259"/>
            <ac:inkMk id="12" creationId="{AD7B6525-FBF1-C14D-8641-051C2AFB9148}"/>
          </ac:inkMkLst>
        </pc:inkChg>
        <pc:inkChg chg="del">
          <ac:chgData name="Lee Barnby" userId="39f99d8d-e7e3-4c24-8daa-b8927982594d" providerId="ADAL" clId="{B63DB7C2-EE87-7D4D-BD2B-FAFEDFF8D96A}" dt="2020-11-05T13:25:24.439" v="15" actId="478"/>
          <ac:inkMkLst>
            <pc:docMk/>
            <pc:sldMk cId="513805911" sldId="259"/>
            <ac:inkMk id="25" creationId="{5E038CA8-9CED-6744-85AF-0056A016E877}"/>
          </ac:inkMkLst>
        </pc:inkChg>
        <pc:inkChg chg="del">
          <ac:chgData name="Lee Barnby" userId="39f99d8d-e7e3-4c24-8daa-b8927982594d" providerId="ADAL" clId="{B63DB7C2-EE87-7D4D-BD2B-FAFEDFF8D96A}" dt="2020-11-05T13:25:49.739" v="18" actId="478"/>
          <ac:inkMkLst>
            <pc:docMk/>
            <pc:sldMk cId="513805911" sldId="259"/>
            <ac:inkMk id="33" creationId="{FFA336D4-D517-FF4B-8B23-9473DAD90B57}"/>
          </ac:inkMkLst>
        </pc:inkChg>
        <pc:inkChg chg="del">
          <ac:chgData name="Lee Barnby" userId="39f99d8d-e7e3-4c24-8daa-b8927982594d" providerId="ADAL" clId="{B63DB7C2-EE87-7D4D-BD2B-FAFEDFF8D96A}" dt="2020-11-05T13:25:51.979" v="19" actId="478"/>
          <ac:inkMkLst>
            <pc:docMk/>
            <pc:sldMk cId="513805911" sldId="259"/>
            <ac:inkMk id="45" creationId="{A3434612-BF51-F242-B756-9DD1BCBCD681}"/>
          </ac:inkMkLst>
        </pc:inkChg>
      </pc:sldChg>
      <pc:sldChg chg="modSp mod">
        <pc:chgData name="Lee Barnby" userId="39f99d8d-e7e3-4c24-8daa-b8927982594d" providerId="ADAL" clId="{B63DB7C2-EE87-7D4D-BD2B-FAFEDFF8D96A}" dt="2020-11-05T14:17:44.351" v="485" actId="20577"/>
        <pc:sldMkLst>
          <pc:docMk/>
          <pc:sldMk cId="147364025" sldId="260"/>
        </pc:sldMkLst>
        <pc:spChg chg="mod">
          <ac:chgData name="Lee Barnby" userId="39f99d8d-e7e3-4c24-8daa-b8927982594d" providerId="ADAL" clId="{B63DB7C2-EE87-7D4D-BD2B-FAFEDFF8D96A}" dt="2020-11-05T14:17:44.351" v="485" actId="20577"/>
          <ac:spMkLst>
            <pc:docMk/>
            <pc:sldMk cId="147364025" sldId="260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B63DB7C2-EE87-7D4D-BD2B-FAFEDFF8D96A}" dt="2020-11-05T13:41:16.603" v="55" actId="114"/>
        <pc:sldMkLst>
          <pc:docMk/>
          <pc:sldMk cId="1123096467" sldId="264"/>
        </pc:sldMkLst>
        <pc:spChg chg="mod">
          <ac:chgData name="Lee Barnby" userId="39f99d8d-e7e3-4c24-8daa-b8927982594d" providerId="ADAL" clId="{B63DB7C2-EE87-7D4D-BD2B-FAFEDFF8D96A}" dt="2020-11-05T13:41:16.603" v="55" actId="114"/>
          <ac:spMkLst>
            <pc:docMk/>
            <pc:sldMk cId="1123096467" sldId="264"/>
            <ac:spMk id="3" creationId="{00000000-0000-0000-0000-000000000000}"/>
          </ac:spMkLst>
        </pc:spChg>
      </pc:sldChg>
      <pc:sldChg chg="delSp mod">
        <pc:chgData name="Lee Barnby" userId="39f99d8d-e7e3-4c24-8daa-b8927982594d" providerId="ADAL" clId="{B63DB7C2-EE87-7D4D-BD2B-FAFEDFF8D96A}" dt="2020-11-05T14:18:34.813" v="487" actId="478"/>
        <pc:sldMkLst>
          <pc:docMk/>
          <pc:sldMk cId="1461428465" sldId="265"/>
        </pc:sldMkLst>
        <pc:inkChg chg="del">
          <ac:chgData name="Lee Barnby" userId="39f99d8d-e7e3-4c24-8daa-b8927982594d" providerId="ADAL" clId="{B63DB7C2-EE87-7D4D-BD2B-FAFEDFF8D96A}" dt="2020-11-05T14:18:34.813" v="487" actId="478"/>
          <ac:inkMkLst>
            <pc:docMk/>
            <pc:sldMk cId="1461428465" sldId="265"/>
            <ac:inkMk id="8" creationId="{AFC2D0F5-A99C-D645-80E5-601E2A0E0B79}"/>
          </ac:inkMkLst>
        </pc:inkChg>
        <pc:inkChg chg="del">
          <ac:chgData name="Lee Barnby" userId="39f99d8d-e7e3-4c24-8daa-b8927982594d" providerId="ADAL" clId="{B63DB7C2-EE87-7D4D-BD2B-FAFEDFF8D96A}" dt="2020-11-05T14:18:30.535" v="486" actId="478"/>
          <ac:inkMkLst>
            <pc:docMk/>
            <pc:sldMk cId="1461428465" sldId="265"/>
            <ac:inkMk id="9" creationId="{087C5F9F-59E1-4F42-9BDB-907CCEFAADD1}"/>
          </ac:inkMkLst>
        </pc:inkChg>
      </pc:sldChg>
      <pc:sldChg chg="delSp modSp mod">
        <pc:chgData name="Lee Barnby" userId="39f99d8d-e7e3-4c24-8daa-b8927982594d" providerId="ADAL" clId="{B63DB7C2-EE87-7D4D-BD2B-FAFEDFF8D96A}" dt="2020-11-05T13:39:49.290" v="51" actId="115"/>
        <pc:sldMkLst>
          <pc:docMk/>
          <pc:sldMk cId="2022028231" sldId="268"/>
        </pc:sldMkLst>
        <pc:spChg chg="mod">
          <ac:chgData name="Lee Barnby" userId="39f99d8d-e7e3-4c24-8daa-b8927982594d" providerId="ADAL" clId="{B63DB7C2-EE87-7D4D-BD2B-FAFEDFF8D96A}" dt="2020-11-05T13:39:49.290" v="51" actId="115"/>
          <ac:spMkLst>
            <pc:docMk/>
            <pc:sldMk cId="2022028231" sldId="268"/>
            <ac:spMk id="3" creationId="{00000000-0000-0000-0000-000000000000}"/>
          </ac:spMkLst>
        </pc:spChg>
        <pc:inkChg chg="del">
          <ac:chgData name="Lee Barnby" userId="39f99d8d-e7e3-4c24-8daa-b8927982594d" providerId="ADAL" clId="{B63DB7C2-EE87-7D4D-BD2B-FAFEDFF8D96A}" dt="2020-11-05T13:37:27.914" v="41" actId="478"/>
          <ac:inkMkLst>
            <pc:docMk/>
            <pc:sldMk cId="2022028231" sldId="268"/>
            <ac:inkMk id="9" creationId="{4268BFB4-96CF-D04B-8B50-7945CA3F08B2}"/>
          </ac:inkMkLst>
        </pc:inkChg>
      </pc:sldChg>
      <pc:sldChg chg="addSp delSp modSp mod">
        <pc:chgData name="Lee Barnby" userId="39f99d8d-e7e3-4c24-8daa-b8927982594d" providerId="ADAL" clId="{B63DB7C2-EE87-7D4D-BD2B-FAFEDFF8D96A}" dt="2020-11-05T14:19:50.901" v="492" actId="114"/>
        <pc:sldMkLst>
          <pc:docMk/>
          <pc:sldMk cId="314407891" sldId="269"/>
        </pc:sldMkLst>
        <pc:spChg chg="add del mod">
          <ac:chgData name="Lee Barnby" userId="39f99d8d-e7e3-4c24-8daa-b8927982594d" providerId="ADAL" clId="{B63DB7C2-EE87-7D4D-BD2B-FAFEDFF8D96A}" dt="2020-11-05T14:19:50.901" v="492" actId="114"/>
          <ac:spMkLst>
            <pc:docMk/>
            <pc:sldMk cId="314407891" sldId="269"/>
            <ac:spMk id="3" creationId="{00000000-0000-0000-0000-000000000000}"/>
          </ac:spMkLst>
        </pc:spChg>
        <pc:spChg chg="add del mod">
          <ac:chgData name="Lee Barnby" userId="39f99d8d-e7e3-4c24-8daa-b8927982594d" providerId="ADAL" clId="{B63DB7C2-EE87-7D4D-BD2B-FAFEDFF8D96A}" dt="2020-11-05T13:36:19.158" v="29" actId="478"/>
          <ac:spMkLst>
            <pc:docMk/>
            <pc:sldMk cId="314407891" sldId="269"/>
            <ac:spMk id="12" creationId="{B4D7C102-6586-F34E-B015-9D35669DEFE3}"/>
          </ac:spMkLst>
        </pc:spChg>
        <pc:spChg chg="add del mod">
          <ac:chgData name="Lee Barnby" userId="39f99d8d-e7e3-4c24-8daa-b8927982594d" providerId="ADAL" clId="{B63DB7C2-EE87-7D4D-BD2B-FAFEDFF8D96A}" dt="2020-11-05T13:36:33.333" v="32" actId="478"/>
          <ac:spMkLst>
            <pc:docMk/>
            <pc:sldMk cId="314407891" sldId="269"/>
            <ac:spMk id="16" creationId="{4287C6F4-FAE4-4A4E-914A-DF638667EAE1}"/>
          </ac:spMkLst>
        </pc:spChg>
        <pc:inkChg chg="del">
          <ac:chgData name="Lee Barnby" userId="39f99d8d-e7e3-4c24-8daa-b8927982594d" providerId="ADAL" clId="{B63DB7C2-EE87-7D4D-BD2B-FAFEDFF8D96A}" dt="2020-11-05T13:36:22.391" v="30" actId="478"/>
          <ac:inkMkLst>
            <pc:docMk/>
            <pc:sldMk cId="314407891" sldId="269"/>
            <ac:inkMk id="8" creationId="{39FB66FF-8501-8B40-8FB5-680D53438B48}"/>
          </ac:inkMkLst>
        </pc:inkChg>
        <pc:inkChg chg="del">
          <ac:chgData name="Lee Barnby" userId="39f99d8d-e7e3-4c24-8daa-b8927982594d" providerId="ADAL" clId="{B63DB7C2-EE87-7D4D-BD2B-FAFEDFF8D96A}" dt="2020-11-05T13:35:46.187" v="22" actId="478"/>
          <ac:inkMkLst>
            <pc:docMk/>
            <pc:sldMk cId="314407891" sldId="269"/>
            <ac:inkMk id="9" creationId="{40A47439-0334-4B42-926A-CA9891ED1C3E}"/>
          </ac:inkMkLst>
        </pc:inkChg>
        <pc:inkChg chg="add del">
          <ac:chgData name="Lee Barnby" userId="39f99d8d-e7e3-4c24-8daa-b8927982594d" providerId="ADAL" clId="{B63DB7C2-EE87-7D4D-BD2B-FAFEDFF8D96A}" dt="2020-11-05T13:37:06.829" v="39" actId="478"/>
          <ac:inkMkLst>
            <pc:docMk/>
            <pc:sldMk cId="314407891" sldId="269"/>
            <ac:inkMk id="11" creationId="{67BC7EA7-B980-F541-8C1A-DD8241B7E2A1}"/>
          </ac:inkMkLst>
        </pc:inkChg>
        <pc:inkChg chg="add del">
          <ac:chgData name="Lee Barnby" userId="39f99d8d-e7e3-4c24-8daa-b8927982594d" providerId="ADAL" clId="{B63DB7C2-EE87-7D4D-BD2B-FAFEDFF8D96A}" dt="2020-11-05T13:37:04.142" v="38" actId="478"/>
          <ac:inkMkLst>
            <pc:docMk/>
            <pc:sldMk cId="314407891" sldId="269"/>
            <ac:inkMk id="13" creationId="{27334517-4CE2-7B4C-AF84-4E55B24DA249}"/>
          </ac:inkMkLst>
        </pc:inkChg>
        <pc:inkChg chg="del">
          <ac:chgData name="Lee Barnby" userId="39f99d8d-e7e3-4c24-8daa-b8927982594d" providerId="ADAL" clId="{B63DB7C2-EE87-7D4D-BD2B-FAFEDFF8D96A}" dt="2020-11-05T13:36:02.110" v="26" actId="478"/>
          <ac:inkMkLst>
            <pc:docMk/>
            <pc:sldMk cId="314407891" sldId="269"/>
            <ac:inkMk id="15" creationId="{C32D1B87-8FC4-D545-B240-6EEAF47061A2}"/>
          </ac:inkMkLst>
        </pc:inkChg>
        <pc:inkChg chg="add del">
          <ac:chgData name="Lee Barnby" userId="39f99d8d-e7e3-4c24-8daa-b8927982594d" providerId="ADAL" clId="{B63DB7C2-EE87-7D4D-BD2B-FAFEDFF8D96A}" dt="2020-11-05T13:36:59.792" v="37" actId="478"/>
          <ac:inkMkLst>
            <pc:docMk/>
            <pc:sldMk cId="314407891" sldId="269"/>
            <ac:inkMk id="17" creationId="{8DD02129-40C6-9A49-8440-21CA0CFFA931}"/>
          </ac:inkMkLst>
        </pc:inkChg>
        <pc:inkChg chg="add del">
          <ac:chgData name="Lee Barnby" userId="39f99d8d-e7e3-4c24-8daa-b8927982594d" providerId="ADAL" clId="{B63DB7C2-EE87-7D4D-BD2B-FAFEDFF8D96A}" dt="2020-11-05T13:36:57.661" v="36" actId="478"/>
          <ac:inkMkLst>
            <pc:docMk/>
            <pc:sldMk cId="314407891" sldId="269"/>
            <ac:inkMk id="19" creationId="{CB5CC7DD-5B4A-7B49-968B-FD558F8F7223}"/>
          </ac:inkMkLst>
        </pc:inkChg>
        <pc:inkChg chg="del">
          <ac:chgData name="Lee Barnby" userId="39f99d8d-e7e3-4c24-8daa-b8927982594d" providerId="ADAL" clId="{B63DB7C2-EE87-7D4D-BD2B-FAFEDFF8D96A}" dt="2020-11-05T13:36:04.855" v="27" actId="478"/>
          <ac:inkMkLst>
            <pc:docMk/>
            <pc:sldMk cId="314407891" sldId="269"/>
            <ac:inkMk id="21" creationId="{1885C70F-1AE5-8744-92E3-E7AAE528135A}"/>
          </ac:inkMkLst>
        </pc:inkChg>
        <pc:inkChg chg="add del">
          <ac:chgData name="Lee Barnby" userId="39f99d8d-e7e3-4c24-8daa-b8927982594d" providerId="ADAL" clId="{B63DB7C2-EE87-7D4D-BD2B-FAFEDFF8D96A}" dt="2020-11-05T13:36:55.041" v="35" actId="478"/>
          <ac:inkMkLst>
            <pc:docMk/>
            <pc:sldMk cId="314407891" sldId="269"/>
            <ac:inkMk id="23" creationId="{B60EE626-D3DE-434A-B47D-C8DBF805F79F}"/>
          </ac:inkMkLst>
        </pc:inkChg>
        <pc:inkChg chg="add del">
          <ac:chgData name="Lee Barnby" userId="39f99d8d-e7e3-4c24-8daa-b8927982594d" providerId="ADAL" clId="{B63DB7C2-EE87-7D4D-BD2B-FAFEDFF8D96A}" dt="2020-11-05T13:36:44.032" v="34" actId="478"/>
          <ac:inkMkLst>
            <pc:docMk/>
            <pc:sldMk cId="314407891" sldId="269"/>
            <ac:inkMk id="25" creationId="{267BFBEE-A98F-9E49-90D2-09AD6C0751E2}"/>
          </ac:inkMkLst>
        </pc:inkChg>
        <pc:inkChg chg="del">
          <ac:chgData name="Lee Barnby" userId="39f99d8d-e7e3-4c24-8daa-b8927982594d" providerId="ADAL" clId="{B63DB7C2-EE87-7D4D-BD2B-FAFEDFF8D96A}" dt="2020-11-05T13:36:37.014" v="33" actId="478"/>
          <ac:inkMkLst>
            <pc:docMk/>
            <pc:sldMk cId="314407891" sldId="269"/>
            <ac:inkMk id="27" creationId="{3B60F978-D809-A74B-BA6C-2B0D042D6C97}"/>
          </ac:inkMkLst>
        </pc:inkChg>
        <pc:inkChg chg="del">
          <ac:chgData name="Lee Barnby" userId="39f99d8d-e7e3-4c24-8daa-b8927982594d" providerId="ADAL" clId="{B63DB7C2-EE87-7D4D-BD2B-FAFEDFF8D96A}" dt="2020-11-05T14:19:23.128" v="488" actId="478"/>
          <ac:inkMkLst>
            <pc:docMk/>
            <pc:sldMk cId="314407891" sldId="269"/>
            <ac:inkMk id="29" creationId="{27240410-45F0-9549-ADC9-895C34DB37ED}"/>
          </ac:inkMkLst>
        </pc:inkChg>
        <pc:inkChg chg="del">
          <ac:chgData name="Lee Barnby" userId="39f99d8d-e7e3-4c24-8daa-b8927982594d" providerId="ADAL" clId="{B63DB7C2-EE87-7D4D-BD2B-FAFEDFF8D96A}" dt="2020-11-05T13:35:58.968" v="25" actId="478"/>
          <ac:inkMkLst>
            <pc:docMk/>
            <pc:sldMk cId="314407891" sldId="269"/>
            <ac:inkMk id="31" creationId="{BCC80FDF-A0D2-9F42-BC4C-F1EBF2C19A06}"/>
          </ac:inkMkLst>
        </pc:inkChg>
        <pc:inkChg chg="del">
          <ac:chgData name="Lee Barnby" userId="39f99d8d-e7e3-4c24-8daa-b8927982594d" providerId="ADAL" clId="{B63DB7C2-EE87-7D4D-BD2B-FAFEDFF8D96A}" dt="2020-11-05T14:19:36.413" v="489" actId="478"/>
          <ac:inkMkLst>
            <pc:docMk/>
            <pc:sldMk cId="314407891" sldId="269"/>
            <ac:inkMk id="33" creationId="{437E23CA-CA0B-D64E-9E5A-2B64D5D9097D}"/>
          </ac:inkMkLst>
        </pc:inkChg>
        <pc:inkChg chg="del">
          <ac:chgData name="Lee Barnby" userId="39f99d8d-e7e3-4c24-8daa-b8927982594d" providerId="ADAL" clId="{B63DB7C2-EE87-7D4D-BD2B-FAFEDFF8D96A}" dt="2020-11-05T13:35:56.802" v="24" actId="478"/>
          <ac:inkMkLst>
            <pc:docMk/>
            <pc:sldMk cId="314407891" sldId="269"/>
            <ac:inkMk id="35" creationId="{59161FD5-E725-774B-961A-D7757F375465}"/>
          </ac:inkMkLst>
        </pc:inkChg>
        <pc:inkChg chg="del">
          <ac:chgData name="Lee Barnby" userId="39f99d8d-e7e3-4c24-8daa-b8927982594d" providerId="ADAL" clId="{B63DB7C2-EE87-7D4D-BD2B-FAFEDFF8D96A}" dt="2020-11-05T14:19:40.874" v="490" actId="478"/>
          <ac:inkMkLst>
            <pc:docMk/>
            <pc:sldMk cId="314407891" sldId="269"/>
            <ac:inkMk id="37" creationId="{7D92185B-F7B5-C440-A387-A1A88EE1FE9A}"/>
          </ac:inkMkLst>
        </pc:inkChg>
        <pc:inkChg chg="del">
          <ac:chgData name="Lee Barnby" userId="39f99d8d-e7e3-4c24-8daa-b8927982594d" providerId="ADAL" clId="{B63DB7C2-EE87-7D4D-BD2B-FAFEDFF8D96A}" dt="2020-11-05T13:37:10.877" v="40" actId="478"/>
          <ac:inkMkLst>
            <pc:docMk/>
            <pc:sldMk cId="314407891" sldId="269"/>
            <ac:inkMk id="39" creationId="{01FF3D9C-BFB7-5F45-AAF1-FF7A2A355864}"/>
          </ac:inkMkLst>
        </pc:inkChg>
        <pc:inkChg chg="del">
          <ac:chgData name="Lee Barnby" userId="39f99d8d-e7e3-4c24-8daa-b8927982594d" providerId="ADAL" clId="{B63DB7C2-EE87-7D4D-BD2B-FAFEDFF8D96A}" dt="2020-11-05T13:35:53.607" v="23" actId="478"/>
          <ac:inkMkLst>
            <pc:docMk/>
            <pc:sldMk cId="314407891" sldId="269"/>
            <ac:inkMk id="45" creationId="{54095895-C48C-5B45-AE79-33440632E327}"/>
          </ac:inkMkLst>
        </pc:inkChg>
      </pc:sldChg>
      <pc:sldChg chg="addSp delSp modSp del mod">
        <pc:chgData name="Lee Barnby" userId="39f99d8d-e7e3-4c24-8daa-b8927982594d" providerId="ADAL" clId="{B63DB7C2-EE87-7D4D-BD2B-FAFEDFF8D96A}" dt="2020-11-05T14:04:26.382" v="60" actId="2696"/>
        <pc:sldMkLst>
          <pc:docMk/>
          <pc:sldMk cId="499036558" sldId="271"/>
        </pc:sldMkLst>
        <pc:spChg chg="del">
          <ac:chgData name="Lee Barnby" userId="39f99d8d-e7e3-4c24-8daa-b8927982594d" providerId="ADAL" clId="{B63DB7C2-EE87-7D4D-BD2B-FAFEDFF8D96A}" dt="2020-11-05T14:04:11.672" v="58" actId="478"/>
          <ac:spMkLst>
            <pc:docMk/>
            <pc:sldMk cId="499036558" sldId="271"/>
            <ac:spMk id="2" creationId="{FDD61C1B-81DB-5949-A859-9BC4554EC9BF}"/>
          </ac:spMkLst>
        </pc:spChg>
        <pc:spChg chg="add mod">
          <ac:chgData name="Lee Barnby" userId="39f99d8d-e7e3-4c24-8daa-b8927982594d" providerId="ADAL" clId="{B63DB7C2-EE87-7D4D-BD2B-FAFEDFF8D96A}" dt="2020-11-05T14:04:15.276" v="59" actId="478"/>
          <ac:spMkLst>
            <pc:docMk/>
            <pc:sldMk cId="499036558" sldId="271"/>
            <ac:spMk id="10" creationId="{BC37FF68-8057-5B41-95AA-452E28211E0C}"/>
          </ac:spMkLst>
        </pc:spChg>
        <pc:graphicFrameChg chg="del">
          <ac:chgData name="Lee Barnby" userId="39f99d8d-e7e3-4c24-8daa-b8927982594d" providerId="ADAL" clId="{B63DB7C2-EE87-7D4D-BD2B-FAFEDFF8D96A}" dt="2020-11-05T14:04:11.672" v="58" actId="478"/>
          <ac:graphicFrameMkLst>
            <pc:docMk/>
            <pc:sldMk cId="499036558" sldId="271"/>
            <ac:graphicFrameMk id="8" creationId="{9057B25F-F818-1B47-AADB-4B3EF5BA65D6}"/>
          </ac:graphicFrameMkLst>
        </pc:graphicFrameChg>
        <pc:graphicFrameChg chg="del">
          <ac:chgData name="Lee Barnby" userId="39f99d8d-e7e3-4c24-8daa-b8927982594d" providerId="ADAL" clId="{B63DB7C2-EE87-7D4D-BD2B-FAFEDFF8D96A}" dt="2020-11-05T14:04:15.276" v="59" actId="478"/>
          <ac:graphicFrameMkLst>
            <pc:docMk/>
            <pc:sldMk cId="499036558" sldId="271"/>
            <ac:graphicFrameMk id="9" creationId="{DD7D23D6-33F0-8B4B-9838-546E6234A2A7}"/>
          </ac:graphicFrameMkLst>
        </pc:graphicFrameChg>
      </pc:sldChg>
      <pc:sldChg chg="modSp new mod ord">
        <pc:chgData name="Lee Barnby" userId="39f99d8d-e7e3-4c24-8daa-b8927982594d" providerId="ADAL" clId="{B63DB7C2-EE87-7D4D-BD2B-FAFEDFF8D96A}" dt="2020-11-05T14:17:18.484" v="484" actId="20577"/>
        <pc:sldMkLst>
          <pc:docMk/>
          <pc:sldMk cId="3466462626" sldId="271"/>
        </pc:sldMkLst>
        <pc:spChg chg="mod">
          <ac:chgData name="Lee Barnby" userId="39f99d8d-e7e3-4c24-8daa-b8927982594d" providerId="ADAL" clId="{B63DB7C2-EE87-7D4D-BD2B-FAFEDFF8D96A}" dt="2020-11-05T14:04:58.698" v="87" actId="20577"/>
          <ac:spMkLst>
            <pc:docMk/>
            <pc:sldMk cId="3466462626" sldId="271"/>
            <ac:spMk id="2" creationId="{6499883E-E310-4C40-8A89-A83B0B5B6C2A}"/>
          </ac:spMkLst>
        </pc:spChg>
        <pc:spChg chg="mod">
          <ac:chgData name="Lee Barnby" userId="39f99d8d-e7e3-4c24-8daa-b8927982594d" providerId="ADAL" clId="{B63DB7C2-EE87-7D4D-BD2B-FAFEDFF8D96A}" dt="2020-11-05T14:17:18.484" v="484" actId="20577"/>
          <ac:spMkLst>
            <pc:docMk/>
            <pc:sldMk cId="3466462626" sldId="271"/>
            <ac:spMk id="3" creationId="{F1139F1D-3508-E244-B1C7-8B4893F2F85C}"/>
          </ac:spMkLst>
        </pc:spChg>
      </pc:sldChg>
      <pc:sldChg chg="del">
        <pc:chgData name="Lee Barnby" userId="39f99d8d-e7e3-4c24-8daa-b8927982594d" providerId="ADAL" clId="{B63DB7C2-EE87-7D4D-BD2B-FAFEDFF8D96A}" dt="2020-11-05T13:37:44.711" v="42" actId="2696"/>
        <pc:sldMkLst>
          <pc:docMk/>
          <pc:sldMk cId="770641528" sldId="272"/>
        </pc:sldMkLst>
      </pc:sldChg>
      <pc:sldChg chg="modSp new mod">
        <pc:chgData name="Lee Barnby" userId="39f99d8d-e7e3-4c24-8daa-b8927982594d" providerId="ADAL" clId="{B63DB7C2-EE87-7D4D-BD2B-FAFEDFF8D96A}" dt="2020-11-05T14:24:04.899" v="706" actId="20577"/>
        <pc:sldMkLst>
          <pc:docMk/>
          <pc:sldMk cId="3959788631" sldId="272"/>
        </pc:sldMkLst>
        <pc:spChg chg="mod">
          <ac:chgData name="Lee Barnby" userId="39f99d8d-e7e3-4c24-8daa-b8927982594d" providerId="ADAL" clId="{B63DB7C2-EE87-7D4D-BD2B-FAFEDFF8D96A}" dt="2020-11-05T14:21:30.279" v="505" actId="20577"/>
          <ac:spMkLst>
            <pc:docMk/>
            <pc:sldMk cId="3959788631" sldId="272"/>
            <ac:spMk id="2" creationId="{6D4E9C2C-C107-AE4F-8273-D1C28D6A4F6D}"/>
          </ac:spMkLst>
        </pc:spChg>
        <pc:spChg chg="mod">
          <ac:chgData name="Lee Barnby" userId="39f99d8d-e7e3-4c24-8daa-b8927982594d" providerId="ADAL" clId="{B63DB7C2-EE87-7D4D-BD2B-FAFEDFF8D96A}" dt="2020-11-05T14:24:04.899" v="706" actId="20577"/>
          <ac:spMkLst>
            <pc:docMk/>
            <pc:sldMk cId="3959788631" sldId="272"/>
            <ac:spMk id="3" creationId="{CE9AFAAA-DC2E-0F41-B3C4-26761DC868A2}"/>
          </ac:spMkLst>
        </pc:spChg>
      </pc:sldChg>
      <pc:sldChg chg="delSp del mod">
        <pc:chgData name="Lee Barnby" userId="39f99d8d-e7e3-4c24-8daa-b8927982594d" providerId="ADAL" clId="{B63DB7C2-EE87-7D4D-BD2B-FAFEDFF8D96A}" dt="2020-11-05T13:35:27.532" v="21" actId="2696"/>
        <pc:sldMkLst>
          <pc:docMk/>
          <pc:sldMk cId="1174131885" sldId="273"/>
        </pc:sldMkLst>
        <pc:inkChg chg="del">
          <ac:chgData name="Lee Barnby" userId="39f99d8d-e7e3-4c24-8daa-b8927982594d" providerId="ADAL" clId="{B63DB7C2-EE87-7D4D-BD2B-FAFEDFF8D96A}" dt="2020-11-05T13:35:10.010" v="20" actId="478"/>
          <ac:inkMkLst>
            <pc:docMk/>
            <pc:sldMk cId="1174131885" sldId="273"/>
            <ac:inkMk id="7" creationId="{43466FBD-F60B-524B-9E74-1F7DB1A2E8EB}"/>
          </ac:inkMkLst>
        </pc:inkChg>
      </pc:sldChg>
      <pc:sldChg chg="del">
        <pc:chgData name="Lee Barnby" userId="39f99d8d-e7e3-4c24-8daa-b8927982594d" providerId="ADAL" clId="{B63DB7C2-EE87-7D4D-BD2B-FAFEDFF8D96A}" dt="2020-11-05T13:40:57.334" v="54" actId="2696"/>
        <pc:sldMkLst>
          <pc:docMk/>
          <pc:sldMk cId="247239836" sldId="274"/>
        </pc:sldMkLst>
      </pc:sldChg>
      <pc:sldChg chg="add del">
        <pc:chgData name="Lee Barnby" userId="39f99d8d-e7e3-4c24-8daa-b8927982594d" providerId="ADAL" clId="{B63DB7C2-EE87-7D4D-BD2B-FAFEDFF8D96A}" dt="2020-11-05T13:40:48.601" v="53" actId="2890"/>
        <pc:sldMkLst>
          <pc:docMk/>
          <pc:sldMk cId="2885751165" sldId="275"/>
        </pc:sldMkLst>
      </pc:sldChg>
      <pc:sldMasterChg chg="modSp">
        <pc:chgData name="Lee Barnby" userId="39f99d8d-e7e3-4c24-8daa-b8927982594d" providerId="ADAL" clId="{B63DB7C2-EE87-7D4D-BD2B-FAFEDFF8D96A}" dt="2020-11-05T13:41:41.231" v="57" actId="113"/>
        <pc:sldMasterMkLst>
          <pc:docMk/>
          <pc:sldMasterMk cId="1811904389" sldId="2147483648"/>
        </pc:sldMasterMkLst>
        <pc:spChg chg="mod">
          <ac:chgData name="Lee Barnby" userId="39f99d8d-e7e3-4c24-8daa-b8927982594d" providerId="ADAL" clId="{B63DB7C2-EE87-7D4D-BD2B-FAFEDFF8D96A}" dt="2020-11-05T13:41:41.231" v="57" actId="113"/>
          <ac:spMkLst>
            <pc:docMk/>
            <pc:sldMasterMk cId="1811904389" sldId="2147483648"/>
            <ac:spMk id="2" creationId="{00000000-0000-0000-0000-000000000000}"/>
          </ac:spMkLst>
        </pc:spChg>
      </pc:sldMasterChg>
    </pc:docChg>
  </pc:docChgLst>
  <pc:docChgLst>
    <pc:chgData name="Lee Barnby" userId="39f99d8d-e7e3-4c24-8daa-b8927982594d" providerId="ADAL" clId="{487A4707-6026-7845-A547-CEF8D54BF617}"/>
    <pc:docChg chg="undo custSel addSld delSld modSld modMainMaster">
      <pc:chgData name="Lee Barnby" userId="39f99d8d-e7e3-4c24-8daa-b8927982594d" providerId="ADAL" clId="{487A4707-6026-7845-A547-CEF8D54BF617}" dt="2024-10-28T12:57:29.351" v="2146" actId="20577"/>
      <pc:docMkLst>
        <pc:docMk/>
      </pc:docMkLst>
      <pc:sldChg chg="modSp mod">
        <pc:chgData name="Lee Barnby" userId="39f99d8d-e7e3-4c24-8daa-b8927982594d" providerId="ADAL" clId="{487A4707-6026-7845-A547-CEF8D54BF617}" dt="2024-10-28T10:45:17.747" v="2136" actId="962"/>
        <pc:sldMkLst>
          <pc:docMk/>
          <pc:sldMk cId="1408652796" sldId="256"/>
        </pc:sldMkLst>
        <pc:picChg chg="mod">
          <ac:chgData name="Lee Barnby" userId="39f99d8d-e7e3-4c24-8daa-b8927982594d" providerId="ADAL" clId="{487A4707-6026-7845-A547-CEF8D54BF617}" dt="2024-10-28T10:45:17.747" v="2136" actId="962"/>
          <ac:picMkLst>
            <pc:docMk/>
            <pc:sldMk cId="1408652796" sldId="256"/>
            <ac:picMk id="10" creationId="{92A1B17D-9DC3-F447-B77F-60453FAEB123}"/>
          </ac:picMkLst>
        </pc:picChg>
      </pc:sldChg>
      <pc:sldChg chg="modSp mod">
        <pc:chgData name="Lee Barnby" userId="39f99d8d-e7e3-4c24-8daa-b8927982594d" providerId="ADAL" clId="{487A4707-6026-7845-A547-CEF8D54BF617}" dt="2024-10-28T09:56:34.689" v="524" actId="962"/>
        <pc:sldMkLst>
          <pc:docMk/>
          <pc:sldMk cId="1185093911" sldId="261"/>
        </pc:sldMkLst>
        <pc:picChg chg="mod">
          <ac:chgData name="Lee Barnby" userId="39f99d8d-e7e3-4c24-8daa-b8927982594d" providerId="ADAL" clId="{487A4707-6026-7845-A547-CEF8D54BF617}" dt="2024-10-28T09:56:34.689" v="524" actId="962"/>
          <ac:picMkLst>
            <pc:docMk/>
            <pc:sldMk cId="1185093911" sldId="261"/>
            <ac:picMk id="7" creationId="{00000000-0000-0000-0000-000000000000}"/>
          </ac:picMkLst>
        </pc:picChg>
      </pc:sldChg>
      <pc:sldChg chg="modSp mod">
        <pc:chgData name="Lee Barnby" userId="39f99d8d-e7e3-4c24-8daa-b8927982594d" providerId="ADAL" clId="{487A4707-6026-7845-A547-CEF8D54BF617}" dt="2024-10-28T09:48:39.824" v="48" actId="207"/>
        <pc:sldMkLst>
          <pc:docMk/>
          <pc:sldMk cId="1125954665" sldId="263"/>
        </pc:sldMkLst>
        <pc:spChg chg="mod">
          <ac:chgData name="Lee Barnby" userId="39f99d8d-e7e3-4c24-8daa-b8927982594d" providerId="ADAL" clId="{487A4707-6026-7845-A547-CEF8D54BF617}" dt="2024-10-28T09:48:39.824" v="48" actId="207"/>
          <ac:spMkLst>
            <pc:docMk/>
            <pc:sldMk cId="1125954665" sldId="263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487A4707-6026-7845-A547-CEF8D54BF617}" dt="2024-10-28T09:59:52.280" v="1114" actId="962"/>
        <pc:sldMkLst>
          <pc:docMk/>
          <pc:sldMk cId="1123096467" sldId="264"/>
        </pc:sldMkLst>
        <pc:spChg chg="mod">
          <ac:chgData name="Lee Barnby" userId="39f99d8d-e7e3-4c24-8daa-b8927982594d" providerId="ADAL" clId="{487A4707-6026-7845-A547-CEF8D54BF617}" dt="2024-10-28T09:49:03.853" v="49" actId="20577"/>
          <ac:spMkLst>
            <pc:docMk/>
            <pc:sldMk cId="1123096467" sldId="264"/>
            <ac:spMk id="3" creationId="{00000000-0000-0000-0000-000000000000}"/>
          </ac:spMkLst>
        </pc:spChg>
        <pc:picChg chg="mod">
          <ac:chgData name="Lee Barnby" userId="39f99d8d-e7e3-4c24-8daa-b8927982594d" providerId="ADAL" clId="{487A4707-6026-7845-A547-CEF8D54BF617}" dt="2024-10-28T09:59:52.280" v="1114" actId="962"/>
          <ac:picMkLst>
            <pc:docMk/>
            <pc:sldMk cId="1123096467" sldId="264"/>
            <ac:picMk id="8" creationId="{00000000-0000-0000-0000-000000000000}"/>
          </ac:picMkLst>
        </pc:picChg>
      </pc:sldChg>
      <pc:sldChg chg="addSp delSp modSp mod">
        <pc:chgData name="Lee Barnby" userId="39f99d8d-e7e3-4c24-8daa-b8927982594d" providerId="ADAL" clId="{487A4707-6026-7845-A547-CEF8D54BF617}" dt="2024-10-28T10:01:45.140" v="1213" actId="1076"/>
        <pc:sldMkLst>
          <pc:docMk/>
          <pc:sldMk cId="1461428465" sldId="265"/>
        </pc:sldMkLst>
        <pc:spChg chg="mod">
          <ac:chgData name="Lee Barnby" userId="39f99d8d-e7e3-4c24-8daa-b8927982594d" providerId="ADAL" clId="{487A4707-6026-7845-A547-CEF8D54BF617}" dt="2024-10-28T09:49:16.910" v="50" actId="207"/>
          <ac:spMkLst>
            <pc:docMk/>
            <pc:sldMk cId="1461428465" sldId="265"/>
            <ac:spMk id="2" creationId="{00000000-0000-0000-0000-000000000000}"/>
          </ac:spMkLst>
        </pc:spChg>
        <pc:graphicFrameChg chg="add mod modGraphic">
          <ac:chgData name="Lee Barnby" userId="39f99d8d-e7e3-4c24-8daa-b8927982594d" providerId="ADAL" clId="{487A4707-6026-7845-A547-CEF8D54BF617}" dt="2024-10-28T10:01:45.140" v="1213" actId="1076"/>
          <ac:graphicFrameMkLst>
            <pc:docMk/>
            <pc:sldMk cId="1461428465" sldId="265"/>
            <ac:graphicFrameMk id="8" creationId="{A791C29F-1A6F-7E4C-3359-BBE9CF34AA50}"/>
          </ac:graphicFrameMkLst>
        </pc:graphicFrameChg>
        <pc:picChg chg="del">
          <ac:chgData name="Lee Barnby" userId="39f99d8d-e7e3-4c24-8daa-b8927982594d" providerId="ADAL" clId="{487A4707-6026-7845-A547-CEF8D54BF617}" dt="2024-10-28T10:01:30.627" v="1210" actId="478"/>
          <ac:picMkLst>
            <pc:docMk/>
            <pc:sldMk cId="1461428465" sldId="265"/>
            <ac:picMk id="7" creationId="{00000000-0000-0000-0000-000000000000}"/>
          </ac:picMkLst>
        </pc:picChg>
      </pc:sldChg>
      <pc:sldChg chg="addSp modSp mod modAnim">
        <pc:chgData name="Lee Barnby" userId="39f99d8d-e7e3-4c24-8daa-b8927982594d" providerId="ADAL" clId="{487A4707-6026-7845-A547-CEF8D54BF617}" dt="2024-10-28T09:51:11.209" v="171"/>
        <pc:sldMkLst>
          <pc:docMk/>
          <pc:sldMk cId="437150788" sldId="266"/>
        </pc:sldMkLst>
        <pc:spChg chg="add mod">
          <ac:chgData name="Lee Barnby" userId="39f99d8d-e7e3-4c24-8daa-b8927982594d" providerId="ADAL" clId="{487A4707-6026-7845-A547-CEF8D54BF617}" dt="2024-10-28T09:51:00.282" v="170" actId="207"/>
          <ac:spMkLst>
            <pc:docMk/>
            <pc:sldMk cId="437150788" sldId="266"/>
            <ac:spMk id="7" creationId="{F0CD37CB-CD36-590C-FED7-B016077A741A}"/>
          </ac:spMkLst>
        </pc:spChg>
      </pc:sldChg>
      <pc:sldChg chg="addSp delSp modSp mod">
        <pc:chgData name="Lee Barnby" userId="39f99d8d-e7e3-4c24-8daa-b8927982594d" providerId="ADAL" clId="{487A4707-6026-7845-A547-CEF8D54BF617}" dt="2024-10-28T12:57:29.351" v="2146" actId="20577"/>
        <pc:sldMkLst>
          <pc:docMk/>
          <pc:sldMk cId="50827474" sldId="267"/>
        </pc:sldMkLst>
        <pc:spChg chg="mod">
          <ac:chgData name="Lee Barnby" userId="39f99d8d-e7e3-4c24-8daa-b8927982594d" providerId="ADAL" clId="{487A4707-6026-7845-A547-CEF8D54BF617}" dt="2024-10-28T09:51:35.079" v="172" actId="1076"/>
          <ac:spMkLst>
            <pc:docMk/>
            <pc:sldMk cId="50827474" sldId="267"/>
            <ac:spMk id="2" creationId="{00000000-0000-0000-0000-000000000000}"/>
          </ac:spMkLst>
        </pc:spChg>
        <pc:grpChg chg="del mod">
          <ac:chgData name="Lee Barnby" userId="39f99d8d-e7e3-4c24-8daa-b8927982594d" providerId="ADAL" clId="{487A4707-6026-7845-A547-CEF8D54BF617}" dt="2024-10-28T12:57:19.437" v="2142" actId="478"/>
          <ac:grpSpMkLst>
            <pc:docMk/>
            <pc:sldMk cId="50827474" sldId="267"/>
            <ac:grpSpMk id="10" creationId="{00000000-0000-0000-0000-000000000000}"/>
          </ac:grpSpMkLst>
        </pc:grpChg>
        <pc:graphicFrameChg chg="add mod modGraphic">
          <ac:chgData name="Lee Barnby" userId="39f99d8d-e7e3-4c24-8daa-b8927982594d" providerId="ADAL" clId="{487A4707-6026-7845-A547-CEF8D54BF617}" dt="2024-10-28T12:57:29.351" v="2146" actId="20577"/>
          <ac:graphicFrameMkLst>
            <pc:docMk/>
            <pc:sldMk cId="50827474" sldId="267"/>
            <ac:graphicFrameMk id="7" creationId="{95A32D34-25A7-7715-D854-BB82A7FEA944}"/>
          </ac:graphicFrameMkLst>
        </pc:graphicFrameChg>
        <pc:picChg chg="mod">
          <ac:chgData name="Lee Barnby" userId="39f99d8d-e7e3-4c24-8daa-b8927982594d" providerId="ADAL" clId="{487A4707-6026-7845-A547-CEF8D54BF617}" dt="2024-10-28T09:56:46.774" v="526" actId="962"/>
          <ac:picMkLst>
            <pc:docMk/>
            <pc:sldMk cId="50827474" sldId="267"/>
            <ac:picMk id="12" creationId="{0A1BE030-6C92-1142-8964-C8AB66E4F6F7}"/>
          </ac:picMkLst>
        </pc:picChg>
      </pc:sldChg>
      <pc:sldChg chg="modSp mod">
        <pc:chgData name="Lee Barnby" userId="39f99d8d-e7e3-4c24-8daa-b8927982594d" providerId="ADAL" clId="{487A4707-6026-7845-A547-CEF8D54BF617}" dt="2024-10-28T10:02:07.360" v="1215" actId="962"/>
        <pc:sldMkLst>
          <pc:docMk/>
          <pc:sldMk cId="2022028231" sldId="268"/>
        </pc:sldMkLst>
        <pc:picChg chg="mod">
          <ac:chgData name="Lee Barnby" userId="39f99d8d-e7e3-4c24-8daa-b8927982594d" providerId="ADAL" clId="{487A4707-6026-7845-A547-CEF8D54BF617}" dt="2024-10-28T10:02:07.360" v="1215" actId="962"/>
          <ac:picMkLst>
            <pc:docMk/>
            <pc:sldMk cId="2022028231" sldId="268"/>
            <ac:picMk id="8" creationId="{00000000-0000-0000-0000-000000000000}"/>
          </ac:picMkLst>
        </pc:picChg>
      </pc:sldChg>
      <pc:sldChg chg="modSp mod">
        <pc:chgData name="Lee Barnby" userId="39f99d8d-e7e3-4c24-8daa-b8927982594d" providerId="ADAL" clId="{487A4707-6026-7845-A547-CEF8D54BF617}" dt="2024-10-28T10:04:45.954" v="1565" actId="962"/>
        <pc:sldMkLst>
          <pc:docMk/>
          <pc:sldMk cId="314407891" sldId="269"/>
        </pc:sldMkLst>
        <pc:spChg chg="mod">
          <ac:chgData name="Lee Barnby" userId="39f99d8d-e7e3-4c24-8daa-b8927982594d" providerId="ADAL" clId="{487A4707-6026-7845-A547-CEF8D54BF617}" dt="2024-10-28T09:52:22.397" v="182" actId="20577"/>
          <ac:spMkLst>
            <pc:docMk/>
            <pc:sldMk cId="314407891" sldId="269"/>
            <ac:spMk id="3" creationId="{00000000-0000-0000-0000-000000000000}"/>
          </ac:spMkLst>
        </pc:spChg>
        <pc:picChg chg="mod">
          <ac:chgData name="Lee Barnby" userId="39f99d8d-e7e3-4c24-8daa-b8927982594d" providerId="ADAL" clId="{487A4707-6026-7845-A547-CEF8D54BF617}" dt="2024-10-28T10:04:45.954" v="1565" actId="962"/>
          <ac:picMkLst>
            <pc:docMk/>
            <pc:sldMk cId="314407891" sldId="269"/>
            <ac:picMk id="7" creationId="{00000000-0000-0000-0000-000000000000}"/>
          </ac:picMkLst>
        </pc:picChg>
      </pc:sldChg>
      <pc:sldChg chg="addSp delSp modSp mod">
        <pc:chgData name="Lee Barnby" userId="39f99d8d-e7e3-4c24-8daa-b8927982594d" providerId="ADAL" clId="{487A4707-6026-7845-A547-CEF8D54BF617}" dt="2024-10-28T10:09:26.309" v="1705" actId="1076"/>
        <pc:sldMkLst>
          <pc:docMk/>
          <pc:sldMk cId="1821189012" sldId="270"/>
        </pc:sldMkLst>
        <pc:spChg chg="mod">
          <ac:chgData name="Lee Barnby" userId="39f99d8d-e7e3-4c24-8daa-b8927982594d" providerId="ADAL" clId="{487A4707-6026-7845-A547-CEF8D54BF617}" dt="2024-10-28T10:09:26.309" v="1705" actId="1076"/>
          <ac:spMkLst>
            <pc:docMk/>
            <pc:sldMk cId="1821189012" sldId="270"/>
            <ac:spMk id="2" creationId="{00000000-0000-0000-0000-000000000000}"/>
          </ac:spMkLst>
        </pc:spChg>
        <pc:spChg chg="mod">
          <ac:chgData name="Lee Barnby" userId="39f99d8d-e7e3-4c24-8daa-b8927982594d" providerId="ADAL" clId="{487A4707-6026-7845-A547-CEF8D54BF617}" dt="2024-10-28T10:09:06.184" v="1700" actId="27636"/>
          <ac:spMkLst>
            <pc:docMk/>
            <pc:sldMk cId="1821189012" sldId="270"/>
            <ac:spMk id="3" creationId="{00000000-0000-0000-0000-000000000000}"/>
          </ac:spMkLst>
        </pc:spChg>
        <pc:graphicFrameChg chg="add mod modGraphic">
          <ac:chgData name="Lee Barnby" userId="39f99d8d-e7e3-4c24-8daa-b8927982594d" providerId="ADAL" clId="{487A4707-6026-7845-A547-CEF8D54BF617}" dt="2024-10-28T10:09:18.018" v="1703" actId="1076"/>
          <ac:graphicFrameMkLst>
            <pc:docMk/>
            <pc:sldMk cId="1821189012" sldId="270"/>
            <ac:graphicFrameMk id="7" creationId="{0A6BF7C5-BE38-7865-BEE8-B4B25C219082}"/>
          </ac:graphicFrameMkLst>
        </pc:graphicFrameChg>
        <pc:picChg chg="del">
          <ac:chgData name="Lee Barnby" userId="39f99d8d-e7e3-4c24-8daa-b8927982594d" providerId="ADAL" clId="{487A4707-6026-7845-A547-CEF8D54BF617}" dt="2024-10-28T10:09:13.536" v="1702" actId="478"/>
          <ac:picMkLst>
            <pc:docMk/>
            <pc:sldMk cId="1821189012" sldId="270"/>
            <ac:picMk id="8" creationId="{00000000-0000-0000-0000-000000000000}"/>
          </ac:picMkLst>
        </pc:picChg>
      </pc:sldChg>
      <pc:sldChg chg="modSp mod">
        <pc:chgData name="Lee Barnby" userId="39f99d8d-e7e3-4c24-8daa-b8927982594d" providerId="ADAL" clId="{487A4707-6026-7845-A547-CEF8D54BF617}" dt="2024-10-28T09:31:19.678" v="17" actId="114"/>
        <pc:sldMkLst>
          <pc:docMk/>
          <pc:sldMk cId="3466462626" sldId="271"/>
        </pc:sldMkLst>
        <pc:spChg chg="mod">
          <ac:chgData name="Lee Barnby" userId="39f99d8d-e7e3-4c24-8daa-b8927982594d" providerId="ADAL" clId="{487A4707-6026-7845-A547-CEF8D54BF617}" dt="2024-10-28T09:31:19.678" v="17" actId="114"/>
          <ac:spMkLst>
            <pc:docMk/>
            <pc:sldMk cId="3466462626" sldId="271"/>
            <ac:spMk id="3" creationId="{F1139F1D-3508-E244-B1C7-8B4893F2F85C}"/>
          </ac:spMkLst>
        </pc:spChg>
      </pc:sldChg>
      <pc:sldChg chg="modSp mod">
        <pc:chgData name="Lee Barnby" userId="39f99d8d-e7e3-4c24-8daa-b8927982594d" providerId="ADAL" clId="{487A4707-6026-7845-A547-CEF8D54BF617}" dt="2024-10-28T09:46:21.927" v="34" actId="207"/>
        <pc:sldMkLst>
          <pc:docMk/>
          <pc:sldMk cId="3959788631" sldId="272"/>
        </pc:sldMkLst>
        <pc:spChg chg="mod">
          <ac:chgData name="Lee Barnby" userId="39f99d8d-e7e3-4c24-8daa-b8927982594d" providerId="ADAL" clId="{487A4707-6026-7845-A547-CEF8D54BF617}" dt="2024-10-28T09:46:21.927" v="34" actId="207"/>
          <ac:spMkLst>
            <pc:docMk/>
            <pc:sldMk cId="3959788631" sldId="272"/>
            <ac:spMk id="3" creationId="{CE9AFAAA-DC2E-0F41-B3C4-26761DC868A2}"/>
          </ac:spMkLst>
        </pc:spChg>
      </pc:sldChg>
      <pc:sldChg chg="del">
        <pc:chgData name="Lee Barnby" userId="39f99d8d-e7e3-4c24-8daa-b8927982594d" providerId="ADAL" clId="{487A4707-6026-7845-A547-CEF8D54BF617}" dt="2024-10-28T10:13:46.490" v="2112" actId="2696"/>
        <pc:sldMkLst>
          <pc:docMk/>
          <pc:sldMk cId="3406965770" sldId="273"/>
        </pc:sldMkLst>
      </pc:sldChg>
      <pc:sldChg chg="del">
        <pc:chgData name="Lee Barnby" userId="39f99d8d-e7e3-4c24-8daa-b8927982594d" providerId="ADAL" clId="{487A4707-6026-7845-A547-CEF8D54BF617}" dt="2024-10-28T10:13:46.490" v="2112" actId="2696"/>
        <pc:sldMkLst>
          <pc:docMk/>
          <pc:sldMk cId="2829145701" sldId="274"/>
        </pc:sldMkLst>
      </pc:sldChg>
      <pc:sldChg chg="del">
        <pc:chgData name="Lee Barnby" userId="39f99d8d-e7e3-4c24-8daa-b8927982594d" providerId="ADAL" clId="{487A4707-6026-7845-A547-CEF8D54BF617}" dt="2024-10-28T10:13:46.490" v="2112" actId="2696"/>
        <pc:sldMkLst>
          <pc:docMk/>
          <pc:sldMk cId="2997270829" sldId="275"/>
        </pc:sldMkLst>
      </pc:sldChg>
      <pc:sldChg chg="modSp mod">
        <pc:chgData name="Lee Barnby" userId="39f99d8d-e7e3-4c24-8daa-b8927982594d" providerId="ADAL" clId="{487A4707-6026-7845-A547-CEF8D54BF617}" dt="2024-10-28T10:13:25.548" v="2111" actId="962"/>
        <pc:sldMkLst>
          <pc:docMk/>
          <pc:sldMk cId="1112167118" sldId="278"/>
        </pc:sldMkLst>
        <pc:spChg chg="mod">
          <ac:chgData name="Lee Barnby" userId="39f99d8d-e7e3-4c24-8daa-b8927982594d" providerId="ADAL" clId="{487A4707-6026-7845-A547-CEF8D54BF617}" dt="2024-10-28T09:33:40.768" v="32" actId="20577"/>
          <ac:spMkLst>
            <pc:docMk/>
            <pc:sldMk cId="1112167118" sldId="278"/>
            <ac:spMk id="12" creationId="{B7E6D9D4-A044-8E10-E650-F4F30CFDC15C}"/>
          </ac:spMkLst>
        </pc:spChg>
        <pc:picChg chg="mod">
          <ac:chgData name="Lee Barnby" userId="39f99d8d-e7e3-4c24-8daa-b8927982594d" providerId="ADAL" clId="{487A4707-6026-7845-A547-CEF8D54BF617}" dt="2024-10-28T10:12:17.809" v="2043" actId="962"/>
          <ac:picMkLst>
            <pc:docMk/>
            <pc:sldMk cId="1112167118" sldId="278"/>
            <ac:picMk id="8" creationId="{DF549CC5-570D-9310-FE81-A5FE3034E004}"/>
          </ac:picMkLst>
        </pc:picChg>
        <pc:picChg chg="mod">
          <ac:chgData name="Lee Barnby" userId="39f99d8d-e7e3-4c24-8daa-b8927982594d" providerId="ADAL" clId="{487A4707-6026-7845-A547-CEF8D54BF617}" dt="2024-10-28T10:13:25.548" v="2111" actId="962"/>
          <ac:picMkLst>
            <pc:docMk/>
            <pc:sldMk cId="1112167118" sldId="278"/>
            <ac:picMk id="10" creationId="{BEFF14BF-5B66-9DA4-5C4A-CF2F1969A02F}"/>
          </ac:picMkLst>
        </pc:picChg>
      </pc:sldChg>
      <pc:sldChg chg="modSp mod">
        <pc:chgData name="Lee Barnby" userId="39f99d8d-e7e3-4c24-8daa-b8927982594d" providerId="ADAL" clId="{487A4707-6026-7845-A547-CEF8D54BF617}" dt="2024-10-28T09:33:33.148" v="26" actId="20577"/>
        <pc:sldMkLst>
          <pc:docMk/>
          <pc:sldMk cId="1379483976" sldId="279"/>
        </pc:sldMkLst>
        <pc:graphicFrameChg chg="modGraphic">
          <ac:chgData name="Lee Barnby" userId="39f99d8d-e7e3-4c24-8daa-b8927982594d" providerId="ADAL" clId="{487A4707-6026-7845-A547-CEF8D54BF617}" dt="2024-10-28T09:33:33.148" v="26" actId="20577"/>
          <ac:graphicFrameMkLst>
            <pc:docMk/>
            <pc:sldMk cId="1379483976" sldId="279"/>
            <ac:graphicFrameMk id="7" creationId="{F780B712-829E-0E18-968C-119021863CF9}"/>
          </ac:graphicFrameMkLst>
        </pc:graphicFrameChg>
      </pc:sldChg>
      <pc:sldChg chg="modSp new mod">
        <pc:chgData name="Lee Barnby" userId="39f99d8d-e7e3-4c24-8daa-b8927982594d" providerId="ADAL" clId="{487A4707-6026-7845-A547-CEF8D54BF617}" dt="2024-10-28T10:14:43.785" v="2135"/>
        <pc:sldMkLst>
          <pc:docMk/>
          <pc:sldMk cId="3708234070" sldId="280"/>
        </pc:sldMkLst>
        <pc:spChg chg="mod">
          <ac:chgData name="Lee Barnby" userId="39f99d8d-e7e3-4c24-8daa-b8927982594d" providerId="ADAL" clId="{487A4707-6026-7845-A547-CEF8D54BF617}" dt="2024-10-28T10:14:17.216" v="2134" actId="20577"/>
          <ac:spMkLst>
            <pc:docMk/>
            <pc:sldMk cId="3708234070" sldId="280"/>
            <ac:spMk id="2" creationId="{3DFE329B-CE40-2E24-F114-0BCC8F3A3563}"/>
          </ac:spMkLst>
        </pc:spChg>
        <pc:spChg chg="mod">
          <ac:chgData name="Lee Barnby" userId="39f99d8d-e7e3-4c24-8daa-b8927982594d" providerId="ADAL" clId="{487A4707-6026-7845-A547-CEF8D54BF617}" dt="2024-10-28T10:14:43.785" v="2135"/>
          <ac:spMkLst>
            <pc:docMk/>
            <pc:sldMk cId="3708234070" sldId="280"/>
            <ac:spMk id="3" creationId="{C9AE5F6C-F260-EF1D-9927-0F1924F50284}"/>
          </ac:spMkLst>
        </pc:spChg>
      </pc:sldChg>
      <pc:sldMasterChg chg="modSldLayout">
        <pc:chgData name="Lee Barnby" userId="39f99d8d-e7e3-4c24-8daa-b8927982594d" providerId="ADAL" clId="{487A4707-6026-7845-A547-CEF8D54BF617}" dt="2024-10-28T12:54:23.196" v="2140" actId="207"/>
        <pc:sldMasterMkLst>
          <pc:docMk/>
          <pc:sldMasterMk cId="1811904389" sldId="2147483648"/>
        </pc:sldMasterMkLst>
        <pc:sldLayoutChg chg="modSp">
          <pc:chgData name="Lee Barnby" userId="39f99d8d-e7e3-4c24-8daa-b8927982594d" providerId="ADAL" clId="{487A4707-6026-7845-A547-CEF8D54BF617}" dt="2024-10-28T12:53:46.557" v="2139" actId="207"/>
          <pc:sldLayoutMkLst>
            <pc:docMk/>
            <pc:sldMasterMk cId="1811904389" sldId="2147483648"/>
            <pc:sldLayoutMk cId="1358951463" sldId="2147483649"/>
          </pc:sldLayoutMkLst>
          <pc:spChg chg="mod">
            <ac:chgData name="Lee Barnby" userId="39f99d8d-e7e3-4c24-8daa-b8927982594d" providerId="ADAL" clId="{487A4707-6026-7845-A547-CEF8D54BF617}" dt="2024-10-28T12:53:37.074" v="2137" actId="207"/>
            <ac:spMkLst>
              <pc:docMk/>
              <pc:sldMasterMk cId="1811904389" sldId="2147483648"/>
              <pc:sldLayoutMk cId="1358951463" sldId="2147483649"/>
              <ac:spMk id="4" creationId="{00000000-0000-0000-0000-000000000000}"/>
            </ac:spMkLst>
          </pc:spChg>
          <pc:spChg chg="mod">
            <ac:chgData name="Lee Barnby" userId="39f99d8d-e7e3-4c24-8daa-b8927982594d" providerId="ADAL" clId="{487A4707-6026-7845-A547-CEF8D54BF617}" dt="2024-10-28T12:53:41.604" v="2138" actId="207"/>
            <ac:spMkLst>
              <pc:docMk/>
              <pc:sldMasterMk cId="1811904389" sldId="2147483648"/>
              <pc:sldLayoutMk cId="1358951463" sldId="2147483649"/>
              <ac:spMk id="5" creationId="{00000000-0000-0000-0000-000000000000}"/>
            </ac:spMkLst>
          </pc:spChg>
          <pc:spChg chg="mod">
            <ac:chgData name="Lee Barnby" userId="39f99d8d-e7e3-4c24-8daa-b8927982594d" providerId="ADAL" clId="{487A4707-6026-7845-A547-CEF8D54BF617}" dt="2024-10-28T12:53:46.557" v="2139" actId="207"/>
            <ac:spMkLst>
              <pc:docMk/>
              <pc:sldMasterMk cId="1811904389" sldId="2147483648"/>
              <pc:sldLayoutMk cId="1358951463" sldId="2147483649"/>
              <ac:spMk id="6" creationId="{00000000-0000-0000-0000-000000000000}"/>
            </ac:spMkLst>
          </pc:spChg>
        </pc:sldLayoutChg>
        <pc:sldLayoutChg chg="modSp">
          <pc:chgData name="Lee Barnby" userId="39f99d8d-e7e3-4c24-8daa-b8927982594d" providerId="ADAL" clId="{487A4707-6026-7845-A547-CEF8D54BF617}" dt="2024-10-28T12:54:23.196" v="2140" actId="207"/>
          <pc:sldLayoutMkLst>
            <pc:docMk/>
            <pc:sldMasterMk cId="1811904389" sldId="2147483648"/>
            <pc:sldLayoutMk cId="393266039" sldId="2147483650"/>
          </pc:sldLayoutMkLst>
          <pc:spChg chg="mod">
            <ac:chgData name="Lee Barnby" userId="39f99d8d-e7e3-4c24-8daa-b8927982594d" providerId="ADAL" clId="{487A4707-6026-7845-A547-CEF8D54BF617}" dt="2024-10-28T12:54:23.196" v="2140" actId="207"/>
            <ac:spMkLst>
              <pc:docMk/>
              <pc:sldMasterMk cId="1811904389" sldId="2147483648"/>
              <pc:sldLayoutMk cId="393266039" sldId="2147483650"/>
              <ac:spMk id="4" creationId="{00000000-0000-0000-0000-000000000000}"/>
            </ac:spMkLst>
          </pc:spChg>
          <pc:spChg chg="mod">
            <ac:chgData name="Lee Barnby" userId="39f99d8d-e7e3-4c24-8daa-b8927982594d" providerId="ADAL" clId="{487A4707-6026-7845-A547-CEF8D54BF617}" dt="2024-10-28T12:54:23.196" v="2140" actId="207"/>
            <ac:spMkLst>
              <pc:docMk/>
              <pc:sldMasterMk cId="1811904389" sldId="2147483648"/>
              <pc:sldLayoutMk cId="393266039" sldId="2147483650"/>
              <ac:spMk id="5" creationId="{00000000-0000-0000-0000-000000000000}"/>
            </ac:spMkLst>
          </pc:spChg>
          <pc:spChg chg="mod">
            <ac:chgData name="Lee Barnby" userId="39f99d8d-e7e3-4c24-8daa-b8927982594d" providerId="ADAL" clId="{487A4707-6026-7845-A547-CEF8D54BF617}" dt="2024-10-28T12:54:23.196" v="2140" actId="207"/>
            <ac:spMkLst>
              <pc:docMk/>
              <pc:sldMasterMk cId="1811904389" sldId="2147483648"/>
              <pc:sldLayoutMk cId="393266039" sldId="2147483650"/>
              <ac:spMk id="6" creationId="{00000000-0000-0000-0000-000000000000}"/>
            </ac:spMkLst>
          </pc:spChg>
        </pc:sldLayoutChg>
      </pc:sldMasterChg>
    </pc:docChg>
  </pc:docChgLst>
  <pc:docChgLst>
    <pc:chgData name="Lee Barnby" userId="39f99d8d-e7e3-4c24-8daa-b8927982594d" providerId="ADAL" clId="{6CF26326-7CAE-6B41-8BF8-4F761F8A83E2}"/>
    <pc:docChg chg="custSel addSld modSld">
      <pc:chgData name="Lee Barnby" userId="39f99d8d-e7e3-4c24-8daa-b8927982594d" providerId="ADAL" clId="{6CF26326-7CAE-6B41-8BF8-4F761F8A83E2}" dt="2019-11-11T10:53:08.951" v="17" actId="478"/>
      <pc:docMkLst>
        <pc:docMk/>
      </pc:docMkLst>
      <pc:sldChg chg="modSp">
        <pc:chgData name="Lee Barnby" userId="39f99d8d-e7e3-4c24-8daa-b8927982594d" providerId="ADAL" clId="{6CF26326-7CAE-6B41-8BF8-4F761F8A83E2}" dt="2019-11-11T10:32:13.756" v="1" actId="14100"/>
        <pc:sldMkLst>
          <pc:docMk/>
          <pc:sldMk cId="1874599309" sldId="258"/>
        </pc:sldMkLst>
        <pc:spChg chg="mod">
          <ac:chgData name="Lee Barnby" userId="39f99d8d-e7e3-4c24-8daa-b8927982594d" providerId="ADAL" clId="{6CF26326-7CAE-6B41-8BF8-4F761F8A83E2}" dt="2019-11-11T10:32:13.756" v="1" actId="14100"/>
          <ac:spMkLst>
            <pc:docMk/>
            <pc:sldMk cId="1874599309" sldId="258"/>
            <ac:spMk id="3" creationId="{00000000-0000-0000-0000-000000000000}"/>
          </ac:spMkLst>
        </pc:spChg>
      </pc:sldChg>
      <pc:sldChg chg="delSp modSp">
        <pc:chgData name="Lee Barnby" userId="39f99d8d-e7e3-4c24-8daa-b8927982594d" providerId="ADAL" clId="{6CF26326-7CAE-6B41-8BF8-4F761F8A83E2}" dt="2019-11-11T10:51:19.462" v="12" actId="20577"/>
        <pc:sldMkLst>
          <pc:docMk/>
          <pc:sldMk cId="1185093911" sldId="261"/>
        </pc:sldMkLst>
        <pc:spChg chg="mod">
          <ac:chgData name="Lee Barnby" userId="39f99d8d-e7e3-4c24-8daa-b8927982594d" providerId="ADAL" clId="{6CF26326-7CAE-6B41-8BF8-4F761F8A83E2}" dt="2019-11-11T10:51:19.462" v="12" actId="20577"/>
          <ac:spMkLst>
            <pc:docMk/>
            <pc:sldMk cId="1185093911" sldId="261"/>
            <ac:spMk id="3" creationId="{00000000-0000-0000-0000-000000000000}"/>
          </ac:spMkLst>
        </pc:spChg>
        <pc:inkChg chg="del">
          <ac:chgData name="Lee Barnby" userId="39f99d8d-e7e3-4c24-8daa-b8927982594d" providerId="ADAL" clId="{6CF26326-7CAE-6B41-8BF8-4F761F8A83E2}" dt="2019-11-11T10:51:12.171" v="3" actId="478"/>
          <ac:inkMkLst>
            <pc:docMk/>
            <pc:sldMk cId="1185093911" sldId="261"/>
            <ac:inkMk id="9" creationId="{31CD78B6-64D9-2A47-8E38-63D28DAD5D89}"/>
          </ac:inkMkLst>
        </pc:inkChg>
      </pc:sldChg>
      <pc:sldChg chg="delSp">
        <pc:chgData name="Lee Barnby" userId="39f99d8d-e7e3-4c24-8daa-b8927982594d" providerId="ADAL" clId="{6CF26326-7CAE-6B41-8BF8-4F761F8A83E2}" dt="2019-11-11T10:52:31.393" v="15" actId="478"/>
        <pc:sldMkLst>
          <pc:docMk/>
          <pc:sldMk cId="50827474" sldId="267"/>
        </pc:sldMkLst>
        <pc:inkChg chg="del">
          <ac:chgData name="Lee Barnby" userId="39f99d8d-e7e3-4c24-8daa-b8927982594d" providerId="ADAL" clId="{6CF26326-7CAE-6B41-8BF8-4F761F8A83E2}" dt="2019-11-11T10:52:31.393" v="15" actId="478"/>
          <ac:inkMkLst>
            <pc:docMk/>
            <pc:sldMk cId="50827474" sldId="267"/>
            <ac:inkMk id="11" creationId="{5E4BDF42-FF31-2F48-BB53-6499181748F9}"/>
          </ac:inkMkLst>
        </pc:inkChg>
      </pc:sldChg>
      <pc:sldChg chg="delSp">
        <pc:chgData name="Lee Barnby" userId="39f99d8d-e7e3-4c24-8daa-b8927982594d" providerId="ADAL" clId="{6CF26326-7CAE-6B41-8BF8-4F761F8A83E2}" dt="2019-11-11T10:53:08.951" v="17" actId="478"/>
        <pc:sldMkLst>
          <pc:docMk/>
          <pc:sldMk cId="1821189012" sldId="270"/>
        </pc:sldMkLst>
        <pc:inkChg chg="del">
          <ac:chgData name="Lee Barnby" userId="39f99d8d-e7e3-4c24-8daa-b8927982594d" providerId="ADAL" clId="{6CF26326-7CAE-6B41-8BF8-4F761F8A83E2}" dt="2019-11-11T10:53:08.951" v="17" actId="478"/>
          <ac:inkMkLst>
            <pc:docMk/>
            <pc:sldMk cId="1821189012" sldId="270"/>
            <ac:inkMk id="9" creationId="{93885933-3620-5C43-9C82-84C99AE87DE4}"/>
          </ac:inkMkLst>
        </pc:inkChg>
      </pc:sldChg>
      <pc:sldChg chg="addSp delSp">
        <pc:chgData name="Lee Barnby" userId="39f99d8d-e7e3-4c24-8daa-b8927982594d" providerId="ADAL" clId="{6CF26326-7CAE-6B41-8BF8-4F761F8A83E2}" dt="2019-11-11T10:33:26.743" v="2"/>
        <pc:sldMkLst>
          <pc:docMk/>
          <pc:sldMk cId="499036558" sldId="271"/>
        </pc:sldMkLst>
        <pc:spChg chg="del">
          <ac:chgData name="Lee Barnby" userId="39f99d8d-e7e3-4c24-8daa-b8927982594d" providerId="ADAL" clId="{6CF26326-7CAE-6B41-8BF8-4F761F8A83E2}" dt="2019-11-11T10:33:26.743" v="2"/>
          <ac:spMkLst>
            <pc:docMk/>
            <pc:sldMk cId="499036558" sldId="271"/>
            <ac:spMk id="3" creationId="{BC93A33A-3B28-2A42-A689-BF790758FB0C}"/>
          </ac:spMkLst>
        </pc:spChg>
        <pc:graphicFrameChg chg="add">
          <ac:chgData name="Lee Barnby" userId="39f99d8d-e7e3-4c24-8daa-b8927982594d" providerId="ADAL" clId="{6CF26326-7CAE-6B41-8BF8-4F761F8A83E2}" dt="2019-11-11T10:33:26.743" v="2"/>
          <ac:graphicFrameMkLst>
            <pc:docMk/>
            <pc:sldMk cId="499036558" sldId="271"/>
            <ac:graphicFrameMk id="9" creationId="{DD7D23D6-33F0-8B4B-9838-546E6234A2A7}"/>
          </ac:graphicFrameMkLst>
        </pc:graphicFrameChg>
      </pc:sldChg>
      <pc:sldChg chg="modTransition">
        <pc:chgData name="Lee Barnby" userId="39f99d8d-e7e3-4c24-8daa-b8927982594d" providerId="ADAL" clId="{6CF26326-7CAE-6B41-8BF8-4F761F8A83E2}" dt="2019-11-11T10:52:37.419" v="16"/>
        <pc:sldMkLst>
          <pc:docMk/>
          <pc:sldMk cId="770641528" sldId="272"/>
        </pc:sldMkLst>
      </pc:sldChg>
      <pc:sldChg chg="add modTransition">
        <pc:chgData name="Lee Barnby" userId="39f99d8d-e7e3-4c24-8daa-b8927982594d" providerId="ADAL" clId="{6CF26326-7CAE-6B41-8BF8-4F761F8A83E2}" dt="2019-11-11T10:52:16.731" v="14"/>
        <pc:sldMkLst>
          <pc:docMk/>
          <pc:sldMk cId="247239836" sldId="274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11T09:01:42.507"/>
    </inkml:context>
    <inkml:brush xml:id="br0">
      <inkml:brushProperty name="height" value="0.053" units="cm"/>
      <inkml:brushProperty name="color" value="#FF0000"/>
    </inkml:brush>
  </inkml:definitions>
  <inkml:trace contextRef="#ctx0" brushRef="#br0">25505 3870 7569,'16'17'-551,"-4"-4"152,-8-6 0,2-9 461,-6-2 0,0 4 1,-2 0-1,-2 8 1,-4 8-1,-3 6 1,-2 4-1,1 3-62,0-2 0,-6 0 0,-2-3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11-06T19:35:19.049"/>
    </inkml:context>
    <inkml:brush xml:id="br0">
      <inkml:brushProperty name="width" value="0.05292" units="cm"/>
      <inkml:brushProperty name="height" value="0.05292" units="cm"/>
      <inkml:brushProperty name="color" value="#57D200"/>
    </inkml:brush>
  </inkml:definitions>
  <inkml:trace contextRef="#ctx0" brushRef="#br0">26808 9103 4731,'-124'13'0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11-06T19:35:19.050"/>
    </inkml:context>
    <inkml:brush xml:id="br0">
      <inkml:brushProperty name="width" value="0.05292" units="cm"/>
      <inkml:brushProperty name="height" value="0.05292" units="cm"/>
      <inkml:brushProperty name="color" value="#57D200"/>
    </inkml:brush>
  </inkml:definitions>
  <inkml:trace contextRef="#ctx0" brushRef="#br0">26659 9823 5734,'75'0'0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11-06T19:35:19.066"/>
    </inkml:context>
    <inkml:brush xml:id="br0">
      <inkml:brushProperty name="width" value="0.05292" units="cm"/>
      <inkml:brushProperty name="height" value="0.05292" units="cm"/>
      <inkml:brushProperty name="color" value="#57D200"/>
    </inkml:brush>
  </inkml:definitions>
  <inkml:trace contextRef="#ctx0" brushRef="#br0">27354 9984 3396,'161'25'0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11-06T19:35:19.0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33259 5705 8355,'-14'0'-107,"-1"0"0,-2-1-284,2-3 0,1 2 0,2-2 1,1 4 179,3 4 0,2-2 0,6 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11-06T11:36:45.603"/>
    </inkml:context>
    <inkml:brush xml:id="br0">
      <inkml:brushProperty name="width" value="0.12114" units="cm"/>
      <inkml:brushProperty name="height" value="0.12114" units="cm"/>
    </inkml:brush>
  </inkml:definitions>
  <inkml:trace contextRef="#ctx0" brushRef="#br0">0 30 30272,'8'0'0,"-1"-1"386,-7-4-5379,6 3 6146,-4-4-3202,5-1 1792,-7 5-1471,0-4-720,0 6 2062,0 6 1,-7 3-1,-1 5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2FD0A-8C85-2341-8049-1E6522B17084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E91AB-7CEE-4F42-885A-AA6627AD1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5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76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err="1"/>
              <a:t>L.Barnby@derby.ac.uk</a:t>
            </a:r>
            <a:r>
              <a:rPr lang="en-US" dirty="0"/>
              <a:t> - 7MA505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45DB03-EF6A-8E4F-921D-50D7ADE022D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95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45DB03-EF6A-8E4F-921D-50D7ADE022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3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31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3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97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3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19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32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57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90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ollev.com/leebarnby840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9" Type="http://schemas.openxmlformats.org/officeDocument/2006/relationships/customXml" Target="../ink/ink4.xml"/><Relationship Id="rId3" Type="http://schemas.openxmlformats.org/officeDocument/2006/relationships/customXml" Target="../ink/ink2.xml"/><Relationship Id="rId42" Type="http://schemas.openxmlformats.org/officeDocument/2006/relationships/image" Target="../media/image40.png"/><Relationship Id="rId38" Type="http://schemas.openxmlformats.org/officeDocument/2006/relationships/image" Target="../media/image38.png"/><Relationship Id="rId46" Type="http://schemas.openxmlformats.org/officeDocument/2006/relationships/image" Target="../media/image4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37" Type="http://schemas.openxmlformats.org/officeDocument/2006/relationships/customXml" Target="../ink/ink3.xml"/><Relationship Id="rId45" Type="http://schemas.openxmlformats.org/officeDocument/2006/relationships/customXml" Target="../ink/ink6.xml"/><Relationship Id="rId36" Type="http://schemas.openxmlformats.org/officeDocument/2006/relationships/image" Target="../media/image37.png"/><Relationship Id="rId44" Type="http://schemas.openxmlformats.org/officeDocument/2006/relationships/image" Target="../media/image41.png"/><Relationship Id="rId43" Type="http://schemas.openxmlformats.org/officeDocument/2006/relationships/customXml" Target="../ink/ink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igit.party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The </a:t>
            </a:r>
            <a:r>
              <a:rPr lang="el-GR" dirty="0"/>
              <a:t>χ2 </a:t>
            </a:r>
            <a:r>
              <a:rPr lang="en-US" b="1" dirty="0"/>
              <a:t>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 err="1"/>
              <a:t>Dr</a:t>
            </a:r>
            <a:r>
              <a:rPr lang="en-US" i="1" dirty="0"/>
              <a:t> Lee Barnby </a:t>
            </a:r>
          </a:p>
          <a:p>
            <a:r>
              <a:rPr lang="en-US" dirty="0"/>
              <a:t>School of Computing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36795" y="5349875"/>
            <a:ext cx="399179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7MA505</a:t>
            </a:r>
            <a:r>
              <a:rPr lang="en-US" sz="2400" dirty="0"/>
              <a:t> Statistical Techniques</a:t>
            </a:r>
          </a:p>
          <a:p>
            <a:r>
              <a:rPr lang="en-US" sz="2400" dirty="0"/>
              <a:t>Week 6, Autumn Semester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A1B17D-9DC3-F447-B77F-60453FAEB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146660"/>
            <a:ext cx="2769476" cy="12374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EBA05F5-727E-0E40-AA7A-66A7025D1D3E}"/>
                  </a:ext>
                </a:extLst>
              </p14:cNvPr>
              <p14:cNvContentPartPr/>
              <p14:nvPr/>
            </p14:nvContentPartPr>
            <p14:xfrm>
              <a:off x="9159480" y="1393200"/>
              <a:ext cx="36360" cy="75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EBA05F5-727E-0E40-AA7A-66A7025D1D3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50120" y="1383840"/>
                <a:ext cx="55080" cy="9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8652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Analysing categorised data</a:t>
            </a:r>
          </a:p>
          <a:p>
            <a:pPr lvl="1"/>
            <a:r>
              <a:rPr lang="en-GB" dirty="0"/>
              <a:t>Simple Example: Drink Preference</a:t>
            </a:r>
          </a:p>
          <a:p>
            <a:pPr lvl="1"/>
            <a:r>
              <a:rPr lang="en-GB" dirty="0"/>
              <a:t>Further Example: Disease Behaviour link</a:t>
            </a:r>
          </a:p>
          <a:p>
            <a:r>
              <a:rPr lang="en-GB" dirty="0"/>
              <a:t>Goodness of fit tests</a:t>
            </a:r>
          </a:p>
          <a:p>
            <a:pPr lvl="1"/>
            <a:r>
              <a:rPr lang="en-GB" dirty="0"/>
              <a:t>Industrial accident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517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</a:t>
            </a:r>
            <a:r>
              <a:rPr lang="en-US" dirty="0" err="1"/>
              <a:t>categorised</a:t>
            </a:r>
            <a:r>
              <a:rPr lang="en-US" dirty="0"/>
              <a:t>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625254" cy="4351338"/>
          </a:xfrm>
        </p:spPr>
        <p:txBody>
          <a:bodyPr/>
          <a:lstStyle/>
          <a:p>
            <a:r>
              <a:rPr lang="en-US" dirty="0"/>
              <a:t>An investigation may be concerned with classifying respondents into groups</a:t>
            </a:r>
          </a:p>
          <a:p>
            <a:r>
              <a:rPr lang="en-US" dirty="0"/>
              <a:t>For two measured variables the results can be presented in a </a:t>
            </a:r>
            <a:r>
              <a:rPr lang="en-US" i="1" dirty="0"/>
              <a:t>two-way </a:t>
            </a:r>
            <a:r>
              <a:rPr lang="en-US" dirty="0"/>
              <a:t>frequency table</a:t>
            </a:r>
          </a:p>
          <a:p>
            <a:pPr lvl="1"/>
            <a:r>
              <a:rPr lang="en-US" dirty="0"/>
              <a:t>Also known as a </a:t>
            </a:r>
            <a:r>
              <a:rPr lang="en-US" b="1" dirty="0"/>
              <a:t>contingency table</a:t>
            </a:r>
          </a:p>
          <a:p>
            <a:pPr lvl="1"/>
            <a:r>
              <a:rPr lang="en-US" dirty="0"/>
              <a:t>The number of classifications is dependent on what is being surveyed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599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9883E-E310-4C40-8A89-A83B0B5B6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collect some data!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39F1D-3508-E244-B1C7-8B4893F2F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you prefer tea or coffee?</a:t>
            </a:r>
          </a:p>
          <a:p>
            <a:pPr lvl="1"/>
            <a:r>
              <a:rPr lang="en-US" dirty="0"/>
              <a:t>This is a medium size class so we may have enough people to create a meaningful survey.</a:t>
            </a:r>
          </a:p>
          <a:p>
            <a:pPr lvl="1"/>
            <a:r>
              <a:rPr lang="en-US" dirty="0"/>
              <a:t>Options let you identify as </a:t>
            </a:r>
            <a:r>
              <a:rPr lang="en-US" i="1" dirty="0"/>
              <a:t>Male</a:t>
            </a:r>
            <a:r>
              <a:rPr lang="en-US" dirty="0"/>
              <a:t> or </a:t>
            </a:r>
            <a:r>
              <a:rPr lang="en-US" i="1" dirty="0"/>
              <a:t>Female</a:t>
            </a:r>
            <a:r>
              <a:rPr lang="en-US" dirty="0"/>
              <a:t> and indicate whether you prefer </a:t>
            </a:r>
            <a:r>
              <a:rPr lang="en-US" i="1" dirty="0"/>
              <a:t>coffee</a:t>
            </a:r>
            <a:r>
              <a:rPr lang="en-US" dirty="0"/>
              <a:t>, </a:t>
            </a:r>
            <a:r>
              <a:rPr lang="en-US" i="1" dirty="0"/>
              <a:t>tea</a:t>
            </a:r>
            <a:r>
              <a:rPr lang="en-US" dirty="0"/>
              <a:t> or don’t like hot drinks/prefer something else (3 options)</a:t>
            </a:r>
          </a:p>
          <a:p>
            <a:pPr lvl="1"/>
            <a:endParaRPr lang="en-US" dirty="0"/>
          </a:p>
          <a:p>
            <a:r>
              <a:rPr lang="en-US" dirty="0"/>
              <a:t>Let’s create a contingency table by recording whether each person is male or female AND whether they prefer tea of coffee.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AA233-0016-DE49-9C4B-EB926137E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652B4-8378-394C-B6BD-AE17D6217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5B02-0ADA-8A46-8811-C4CCE1231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462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E329B-CE40-2E24-F114-0BCC8F3A3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Survey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E5F6C-F260-EF1D-9927-0F1924F50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</a:t>
            </a:r>
            <a:r>
              <a:rPr lang="en-GB" dirty="0" err="1">
                <a:hlinkClick r:id="rId2"/>
              </a:rPr>
              <a:t>pollev.com</a:t>
            </a:r>
            <a:r>
              <a:rPr lang="en-GB" dirty="0">
                <a:hlinkClick r:id="rId2"/>
              </a:rPr>
              <a:t>/leebarnby840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03596-5C81-90DC-A27F-A6C9F70E2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327E9-6686-9B04-A4DD-4835412CB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8729B-B2E1-8ABF-333B-C62C562E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34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 or coffee drinker?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an opinion survey, </a:t>
            </a:r>
            <a:r>
              <a:rPr lang="en-US" strike="sngStrike" dirty="0"/>
              <a:t>a random sample of 1000 people</a:t>
            </a:r>
            <a:r>
              <a:rPr lang="en-US" dirty="0"/>
              <a:t> </a:t>
            </a:r>
            <a:r>
              <a:rPr lang="en-US" i="1" dirty="0"/>
              <a:t>students in the class</a:t>
            </a:r>
            <a:r>
              <a:rPr lang="en-US" dirty="0"/>
              <a:t> were asked if they preferred Tea or Coffee.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703741"/>
              </p:ext>
            </p:extLst>
          </p:nvPr>
        </p:nvGraphicFramePr>
        <p:xfrm>
          <a:off x="2032000" y="3259614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3805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Tea or coffee drinker?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an opinion survey, a random sample of 1000 people were asked if they preferred Tea or Coffee. (In case our data collection goes wrong)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032000" y="3259614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5162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Binomial Distribution</a:t>
            </a:r>
          </a:p>
          <a:p>
            <a:pPr lvl="1"/>
            <a:r>
              <a:rPr lang="en-US" dirty="0"/>
              <a:t>Two outcomes to choose from, e.g. coin toss </a:t>
            </a:r>
            <a:r>
              <a:rPr lang="mr-IN" dirty="0"/>
              <a:t>–</a:t>
            </a:r>
            <a:r>
              <a:rPr lang="en-US" dirty="0"/>
              <a:t> heads or tails</a:t>
            </a:r>
          </a:p>
          <a:p>
            <a:r>
              <a:rPr lang="en-US" dirty="0"/>
              <a:t>Multinomial Distribution</a:t>
            </a:r>
          </a:p>
          <a:p>
            <a:pPr lvl="1"/>
            <a:r>
              <a:rPr lang="en-US" i="1" dirty="0"/>
              <a:t>k</a:t>
            </a:r>
            <a:r>
              <a:rPr lang="en-US" dirty="0"/>
              <a:t> categories to choose from</a:t>
            </a:r>
          </a:p>
          <a:p>
            <a:pPr lvl="1"/>
            <a:r>
              <a:rPr lang="en-US" dirty="0"/>
              <a:t>Probability of selecting category </a:t>
            </a:r>
            <a:r>
              <a:rPr lang="en-US" i="1" dirty="0" err="1"/>
              <a:t>i</a:t>
            </a:r>
            <a:r>
              <a:rPr lang="en-US" dirty="0"/>
              <a:t> is </a:t>
            </a:r>
            <a:r>
              <a:rPr lang="en-US" i="1" dirty="0"/>
              <a:t>p</a:t>
            </a:r>
            <a:r>
              <a:rPr lang="en-US" i="1" baseline="-25000" dirty="0"/>
              <a:t>i </a:t>
            </a:r>
            <a:r>
              <a:rPr lang="en-US" dirty="0"/>
              <a:t>, where 1</a:t>
            </a:r>
            <a:r>
              <a:rPr lang="en-US" i="1" dirty="0"/>
              <a:t> </a:t>
            </a:r>
            <a:r>
              <a:rPr lang="en-US" dirty="0"/>
              <a:t>≤</a:t>
            </a:r>
            <a:r>
              <a:rPr lang="en-US" i="1" dirty="0"/>
              <a:t>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≤</a:t>
            </a:r>
            <a:r>
              <a:rPr lang="en-US" i="1" dirty="0"/>
              <a:t> k</a:t>
            </a:r>
          </a:p>
          <a:p>
            <a:pPr lvl="1"/>
            <a:r>
              <a:rPr lang="en-US" dirty="0"/>
              <a:t>We require </a:t>
            </a:r>
            <a:r>
              <a:rPr lang="en-US" i="1" dirty="0"/>
              <a:t>p</a:t>
            </a:r>
            <a:r>
              <a:rPr lang="en-US" i="1" baseline="-25000" dirty="0"/>
              <a:t>1</a:t>
            </a:r>
            <a:r>
              <a:rPr lang="en-US" i="1" dirty="0"/>
              <a:t> + p</a:t>
            </a:r>
            <a:r>
              <a:rPr lang="en-US" i="1" baseline="-25000" dirty="0"/>
              <a:t>2</a:t>
            </a:r>
            <a:r>
              <a:rPr lang="en-US" i="1" dirty="0"/>
              <a:t> + p</a:t>
            </a:r>
            <a:r>
              <a:rPr lang="en-US" i="1" baseline="-25000" dirty="0"/>
              <a:t>3</a:t>
            </a:r>
            <a:r>
              <a:rPr lang="en-US" i="1" dirty="0"/>
              <a:t> + … </a:t>
            </a:r>
            <a:r>
              <a:rPr lang="en-US" i="1" dirty="0" err="1"/>
              <a:t>p</a:t>
            </a:r>
            <a:r>
              <a:rPr lang="en-US" i="1" baseline="-25000" dirty="0" err="1"/>
              <a:t>k</a:t>
            </a:r>
            <a:r>
              <a:rPr lang="en-US" i="1" dirty="0"/>
              <a:t> = </a:t>
            </a:r>
            <a:r>
              <a:rPr lang="en-US" dirty="0"/>
              <a:t>1</a:t>
            </a:r>
          </a:p>
          <a:p>
            <a:pPr lvl="1"/>
            <a:r>
              <a:rPr lang="en-US" dirty="0"/>
              <a:t>Example: when </a:t>
            </a:r>
            <a:r>
              <a:rPr lang="en-US" i="1" dirty="0"/>
              <a:t>p</a:t>
            </a:r>
            <a:r>
              <a:rPr lang="en-US" i="1" baseline="-25000" dirty="0"/>
              <a:t>i</a:t>
            </a:r>
            <a:r>
              <a:rPr lang="en-US" i="1" dirty="0"/>
              <a:t> = 1/k </a:t>
            </a:r>
            <a:r>
              <a:rPr lang="en-US" dirty="0"/>
              <a:t>for dice roll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64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χ</a:t>
            </a:r>
            <a:r>
              <a:rPr lang="el-GR" baseline="30000" dirty="0"/>
              <a:t>2</a:t>
            </a:r>
            <a:r>
              <a:rPr lang="el-GR" dirty="0"/>
              <a:t> </a:t>
            </a:r>
            <a:r>
              <a:rPr lang="en-GB" dirty="0"/>
              <a:t>Statistic </a:t>
            </a:r>
            <a:r>
              <a:rPr lang="mr-IN" dirty="0"/>
              <a:t>–</a:t>
            </a:r>
            <a:r>
              <a:rPr lang="en-GB" dirty="0"/>
              <a:t> applied to drink preference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2965"/>
            <a:ext cx="10515600" cy="4643998"/>
          </a:xfrm>
        </p:spPr>
        <p:txBody>
          <a:bodyPr/>
          <a:lstStyle/>
          <a:p>
            <a:r>
              <a:rPr lang="en-US" dirty="0"/>
              <a:t>Is there a difference between the genders with regard to preference? </a:t>
            </a:r>
          </a:p>
          <a:p>
            <a:r>
              <a:rPr lang="en-US" dirty="0"/>
              <a:t>If </a:t>
            </a:r>
            <a:r>
              <a:rPr lang="en-US" b="1" dirty="0"/>
              <a:t>no</a:t>
            </a:r>
            <a:r>
              <a:rPr lang="en-US" dirty="0"/>
              <a:t> difference between the genders in the whole population, then as 0.7 (700/1000) of the sample (regardless of gender) prefer Tea, then we would </a:t>
            </a:r>
            <a:r>
              <a:rPr lang="en-US" b="1" dirty="0"/>
              <a:t>expect </a:t>
            </a:r>
          </a:p>
          <a:p>
            <a:pPr lvl="1"/>
            <a:r>
              <a:rPr lang="en-US" dirty="0"/>
              <a:t>0.7 of the men to prefer Tea,  0.7 × 400 = 280</a:t>
            </a:r>
          </a:p>
          <a:p>
            <a:pPr lvl="1"/>
            <a:r>
              <a:rPr lang="en-US" dirty="0"/>
              <a:t>0.7 of the women to prefer Tea, 0.7 × 600 = 420</a:t>
            </a:r>
          </a:p>
          <a:p>
            <a:r>
              <a:rPr lang="en-US" dirty="0"/>
              <a:t>The overall relative difference between the observed and expected frequencies is found by calculating the test statistic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 descr="Equation for chi-squared which is equal to the sum of the squared (observed - expected) frequencies divided by the expected frequenc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686" y="5173663"/>
            <a:ext cx="3721100" cy="1003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5297160"/>
            <a:ext cx="24265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O = observed frequency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E = expected frequency</a:t>
            </a:r>
          </a:p>
        </p:txBody>
      </p:sp>
    </p:spTree>
    <p:extLst>
      <p:ext uri="{BB962C8B-B14F-4D97-AF65-F5344CB8AC3E}">
        <p14:creationId xmlns:p14="http://schemas.microsoft.com/office/powerpoint/2010/main" val="1185093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χ</a:t>
            </a:r>
            <a:r>
              <a:rPr lang="el-GR" baseline="30000" dirty="0"/>
              <a:t>2</a:t>
            </a:r>
            <a:r>
              <a:rPr lang="en-GB" baseline="30000" dirty="0"/>
              <a:t> </a:t>
            </a:r>
            <a:r>
              <a:rPr lang="en-GB" dirty="0"/>
              <a:t>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there was no difference between the genders with regard to preference, the value of the Test Statistic would follow a Chi-Squared (χ</a:t>
            </a:r>
            <a:r>
              <a:rPr lang="en-US" baseline="30000" dirty="0"/>
              <a:t>2</a:t>
            </a:r>
            <a:r>
              <a:rPr lang="en-US" dirty="0"/>
              <a:t>) Distribution </a:t>
            </a:r>
          </a:p>
          <a:p>
            <a:r>
              <a:rPr lang="en-US" dirty="0"/>
              <a:t>To check whether the difference between the two sets of frequencies is </a:t>
            </a:r>
            <a:r>
              <a:rPr lang="en-US" i="1" dirty="0"/>
              <a:t>due only to sampling errors</a:t>
            </a:r>
            <a:r>
              <a:rPr lang="en-US" dirty="0"/>
              <a:t>, the value of the Test Statistic is compared to Critical Values of the χ</a:t>
            </a:r>
            <a:r>
              <a:rPr lang="en-US" baseline="30000" dirty="0"/>
              <a:t>2</a:t>
            </a:r>
            <a:r>
              <a:rPr lang="en-US" dirty="0"/>
              <a:t> distribution</a:t>
            </a:r>
          </a:p>
          <a:p>
            <a:pPr lvl="1"/>
            <a:r>
              <a:rPr lang="en-US" dirty="0"/>
              <a:t>At the chosen level of significance (95%, 99% etc.)</a:t>
            </a:r>
          </a:p>
          <a:p>
            <a:pPr lvl="1"/>
            <a:endParaRPr lang="en-US" dirty="0"/>
          </a:p>
          <a:p>
            <a:r>
              <a:rPr lang="en-US" dirty="0"/>
              <a:t>Tables come in different sizes, there are different distributions for different “table sizes”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38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χ</a:t>
            </a:r>
            <a:r>
              <a:rPr lang="el-GR" baseline="30000" dirty="0"/>
              <a:t>2</a:t>
            </a:r>
            <a:r>
              <a:rPr lang="en-GB" baseline="30000" dirty="0"/>
              <a:t> </a:t>
            </a:r>
            <a:r>
              <a:rPr lang="en-GB" dirty="0"/>
              <a:t>continued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specific χ2 Distribution is defined by its </a:t>
            </a:r>
            <a:r>
              <a:rPr lang="en-US" b="1" dirty="0"/>
              <a:t>Degrees of Freedom</a:t>
            </a:r>
            <a:r>
              <a:rPr lang="en-US" dirty="0"/>
              <a:t> </a:t>
            </a:r>
          </a:p>
          <a:p>
            <a:r>
              <a:rPr lang="en-US" dirty="0"/>
              <a:t>Defined by (</a:t>
            </a:r>
            <a:r>
              <a:rPr lang="en-US" i="1" dirty="0"/>
              <a:t>r</a:t>
            </a:r>
            <a:r>
              <a:rPr lang="en-US" dirty="0"/>
              <a:t>-1) × (</a:t>
            </a:r>
            <a:r>
              <a:rPr lang="en-US" i="1" dirty="0"/>
              <a:t>c</a:t>
            </a:r>
            <a:r>
              <a:rPr lang="en-US" dirty="0"/>
              <a:t>-1)</a:t>
            </a:r>
          </a:p>
          <a:p>
            <a:pPr lvl="1"/>
            <a:r>
              <a:rPr lang="en-US" dirty="0"/>
              <a:t>Where </a:t>
            </a:r>
            <a:r>
              <a:rPr lang="en-US" i="1" dirty="0"/>
              <a:t>r</a:t>
            </a:r>
            <a:r>
              <a:rPr lang="en-US" dirty="0"/>
              <a:t> is number of rows and </a:t>
            </a:r>
            <a:r>
              <a:rPr lang="en-US" i="1" dirty="0"/>
              <a:t>c</a:t>
            </a:r>
            <a:r>
              <a:rPr lang="en-US" dirty="0"/>
              <a:t> is number of columns</a:t>
            </a:r>
          </a:p>
          <a:p>
            <a:pPr lvl="1"/>
            <a:endParaRPr lang="en-US" dirty="0"/>
          </a:p>
          <a:p>
            <a:r>
              <a:rPr lang="en-US" dirty="0"/>
              <a:t>The χ</a:t>
            </a:r>
            <a:r>
              <a:rPr lang="en-US" baseline="30000" dirty="0"/>
              <a:t>2</a:t>
            </a:r>
            <a:r>
              <a:rPr lang="en-US" dirty="0"/>
              <a:t> Distribution should </a:t>
            </a:r>
            <a:r>
              <a:rPr lang="en-US" b="1" dirty="0"/>
              <a:t>only</a:t>
            </a:r>
            <a:r>
              <a:rPr lang="en-US" dirty="0"/>
              <a:t> be used if </a:t>
            </a:r>
            <a:r>
              <a:rPr lang="en-US" b="1" dirty="0"/>
              <a:t>every </a:t>
            </a:r>
            <a:r>
              <a:rPr lang="en-US" b="1" dirty="0">
                <a:solidFill>
                  <a:srgbClr val="C00000"/>
                </a:solidFill>
              </a:rPr>
              <a:t>expected</a:t>
            </a:r>
            <a:r>
              <a:rPr lang="en-US" b="1" dirty="0"/>
              <a:t> </a:t>
            </a:r>
            <a:r>
              <a:rPr lang="en-US" dirty="0"/>
              <a:t>frequency is </a:t>
            </a:r>
            <a:r>
              <a:rPr lang="en-US" b="1" dirty="0"/>
              <a:t>equal or greater than 5</a:t>
            </a:r>
          </a:p>
          <a:p>
            <a:pPr lvl="1"/>
            <a:r>
              <a:rPr lang="en-US" dirty="0"/>
              <a:t>Sometimes columns or rows may be combined to achieve this (but they have to be meaningful/sensible combinations)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54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Drinks preference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Null hypothesis: independence. i.e. males and females proportionately consume tea and coffee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Since </a:t>
            </a:r>
            <a:r>
              <a:rPr lang="en-US" i="1" dirty="0"/>
              <a:t>p</a:t>
            </a:r>
            <a:r>
              <a:rPr lang="en-US" dirty="0"/>
              <a:t> &lt; 0.05, the  chosen significance level, then the null hypothesis is rejected here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 descr="The R code for a 2 by 2 chi-squared test example:&#10;teacoffee = matrix(c(260, 140, 440, 160), byrow=T, nrow=2, ncol=2)&#10;chisq.test(teacoffee)&#10;&#10;Give output:&#10;X-squared =  7.5446,. df = 1, p-vlaue - 0.0060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448" y="2998693"/>
            <a:ext cx="7635878" cy="2105427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3096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Disease-</a:t>
            </a:r>
            <a:r>
              <a:rPr lang="en-US" dirty="0" err="1"/>
              <a:t>behaviour</a:t>
            </a:r>
            <a:r>
              <a:rPr lang="en-US" dirty="0"/>
              <a:t> link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of lung disease with two categories for each variable</a:t>
            </a:r>
          </a:p>
          <a:p>
            <a:pPr lvl="1"/>
            <a:r>
              <a:rPr lang="en-US" dirty="0"/>
              <a:t>Smoker/non-smoker,  cancer/ no cancer</a:t>
            </a:r>
          </a:p>
          <a:p>
            <a:r>
              <a:rPr lang="en-US" dirty="0"/>
              <a:t>Investigation used cause of death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791C29F-1A6F-7E4C-3359-BBE9CF34AA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440782"/>
              </p:ext>
            </p:extLst>
          </p:nvPr>
        </p:nvGraphicFramePr>
        <p:xfrm>
          <a:off x="2032000" y="372414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9447986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0069456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884295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80314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Smoker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Non-smoker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721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059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Not 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475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15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428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Null hypothesis</a:t>
            </a:r>
            <a:r>
              <a:rPr lang="en-US" dirty="0"/>
              <a:t>: smoking habits and the occurrence of cancer are independent.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Alternative hypothesis</a:t>
            </a:r>
            <a:r>
              <a:rPr lang="en-US" dirty="0"/>
              <a:t>: the occurrence of cancer is related to smoking habits.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Choose a </a:t>
            </a:r>
            <a:r>
              <a:rPr lang="en-US" b="1" dirty="0"/>
              <a:t>significance level</a:t>
            </a:r>
            <a:r>
              <a:rPr lang="en-US" dirty="0"/>
              <a:t>. 5% is used in this example.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the null hypothesis is true the cell frequency should have some relation to the column and row </a:t>
            </a:r>
            <a:r>
              <a:rPr lang="en-US" i="1" dirty="0"/>
              <a:t>totals</a:t>
            </a:r>
            <a:r>
              <a:rPr lang="en-US" dirty="0"/>
              <a:t>.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CD37CB-CD36-590C-FED7-B016077A741A}"/>
              </a:ext>
            </a:extLst>
          </p:cNvPr>
          <p:cNvSpPr txBox="1"/>
          <p:nvPr/>
        </p:nvSpPr>
        <p:spPr>
          <a:xfrm>
            <a:off x="7746124" y="472965"/>
            <a:ext cx="3983421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Note that the null hypothesis here goes against the established link between smoking and lung cancer</a:t>
            </a:r>
          </a:p>
        </p:txBody>
      </p:sp>
    </p:spTree>
    <p:extLst>
      <p:ext uri="{BB962C8B-B14F-4D97-AF65-F5344CB8AC3E}">
        <p14:creationId xmlns:p14="http://schemas.microsoft.com/office/powerpoint/2010/main" val="43715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36" y="155855"/>
            <a:ext cx="10515600" cy="1325563"/>
          </a:xfrm>
        </p:spPr>
        <p:txBody>
          <a:bodyPr/>
          <a:lstStyle/>
          <a:p>
            <a:r>
              <a:rPr lang="en-US" dirty="0"/>
              <a:t>Calculate expected frequency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ratio from the totals row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15</a:t>
            </a:fld>
            <a:endParaRPr lang="en-US"/>
          </a:p>
        </p:txBody>
      </p:sp>
      <p:pic>
        <p:nvPicPr>
          <p:cNvPr id="12" name="Picture 11" descr="Equation for chi-squared which is equal to the sum of the squared (observed - expected) frequencies divided by the expected frequency">
            <a:extLst>
              <a:ext uri="{FF2B5EF4-FFF2-40B4-BE49-F238E27FC236}">
                <a16:creationId xmlns:a16="http://schemas.microsoft.com/office/drawing/2014/main" id="{0A1BE030-6C92-1142-8964-C8AB66E4F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908" y="1323975"/>
            <a:ext cx="3721100" cy="10033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A32D34-25A7-7715-D854-BB82A7FEA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534461"/>
              </p:ext>
            </p:extLst>
          </p:nvPr>
        </p:nvGraphicFramePr>
        <p:xfrm>
          <a:off x="2032000" y="372414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9447986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0069456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884295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80314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Smoker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Non-smoker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721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059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Not 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475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15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827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 </a:t>
            </a:r>
            <a:r>
              <a:rPr lang="el-GR" dirty="0"/>
              <a:t>χ</a:t>
            </a:r>
            <a:r>
              <a:rPr lang="el-GR" baseline="30000" dirty="0"/>
              <a:t>2</a:t>
            </a:r>
            <a:r>
              <a:rPr lang="el-GR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38281"/>
            <a:ext cx="10515600" cy="243868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test statistic would be </a:t>
            </a:r>
            <a:r>
              <a:rPr lang="en-US" b="1" dirty="0"/>
              <a:t>zero</a:t>
            </a:r>
            <a:r>
              <a:rPr lang="en-US" dirty="0"/>
              <a:t> if the contingency table </a:t>
            </a:r>
            <a:r>
              <a:rPr lang="en-US" i="1" dirty="0"/>
              <a:t>exactly</a:t>
            </a:r>
            <a:r>
              <a:rPr lang="en-US" dirty="0"/>
              <a:t> followed the expected value table </a:t>
            </a:r>
          </a:p>
          <a:p>
            <a:r>
              <a:rPr lang="en-US" dirty="0"/>
              <a:t>We know however, that the expected values are hardly ever obtained in practice</a:t>
            </a:r>
          </a:p>
          <a:p>
            <a:r>
              <a:rPr lang="en-US" u="sng" dirty="0"/>
              <a:t>But</a:t>
            </a:r>
            <a:r>
              <a:rPr lang="en-US" dirty="0"/>
              <a:t> the actual data should be fairly near these values if our null hypothesis is to be believed.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 descr="Equation for chi-squared which is equal to the sum of the squared (observed - expected) frequencies divided by the expected frequenc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473" y="557075"/>
            <a:ext cx="37211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028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 to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718" y="1646238"/>
            <a:ext cx="9530976" cy="47101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Degrees of Freedom =</a:t>
            </a:r>
            <a:br>
              <a:rPr lang="en-US" dirty="0"/>
            </a:br>
            <a:r>
              <a:rPr lang="en-US" dirty="0"/>
              <a:t>(number of rows in the table: 1) × </a:t>
            </a:r>
            <a:br>
              <a:rPr lang="en-US" dirty="0"/>
            </a:br>
            <a:r>
              <a:rPr lang="en-US" dirty="0"/>
              <a:t>(number of columns in the table: 1)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Using the χ</a:t>
            </a:r>
            <a:r>
              <a:rPr lang="en-US" baseline="30000" dirty="0"/>
              <a:t>2</a:t>
            </a:r>
            <a:r>
              <a:rPr lang="en-US" dirty="0"/>
              <a:t> table the critical value with 1 degree of freedom at a 5% significance level is 3.841</a:t>
            </a:r>
          </a:p>
          <a:p>
            <a:pPr lvl="1"/>
            <a:r>
              <a:rPr lang="en-US" dirty="0"/>
              <a:t>19.1 &gt; 3.841 so </a:t>
            </a:r>
            <a:r>
              <a:rPr lang="en-US" i="1" dirty="0"/>
              <a:t>p</a:t>
            </a:r>
            <a:r>
              <a:rPr lang="en-US" dirty="0"/>
              <a:t> will be very small</a:t>
            </a:r>
          </a:p>
          <a:p>
            <a:r>
              <a:rPr lang="en-US" dirty="0"/>
              <a:t>The null hypothesis is therefore rejected (because </a:t>
            </a:r>
            <a:r>
              <a:rPr lang="en-US" i="1" dirty="0"/>
              <a:t>p</a:t>
            </a:r>
            <a:r>
              <a:rPr lang="en-US" dirty="0"/>
              <a:t> &lt; 0.05).</a:t>
            </a:r>
          </a:p>
          <a:p>
            <a:r>
              <a:rPr lang="en-US" dirty="0"/>
              <a:t>We conclude that cancer and smoking are not independent; they are related.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 descr="Picture with contours for different degrees of freedom (n=1, 2, 3, 4, 6, 8, 10, 15, 20, 25, 30, 40, 50) on the p-value versus chi-squared plan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516" y="193956"/>
            <a:ext cx="5527107" cy="36638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1" name="Ink 41">
                <a:extLst>
                  <a:ext uri="{FF2B5EF4-FFF2-40B4-BE49-F238E27FC236}">
                    <a16:creationId xmlns:a16="http://schemas.microsoft.com/office/drawing/2014/main" id="{D3FF4561-7ABA-CA40-8F40-998B88FC7733}"/>
                  </a:ext>
                </a:extLst>
              </p14:cNvPr>
              <p14:cNvContentPartPr/>
              <p14:nvPr/>
            </p14:nvContentPartPr>
            <p14:xfrm>
              <a:off x="9606240" y="3277080"/>
              <a:ext cx="45000" cy="5040"/>
            </p14:xfrm>
          </p:contentPart>
        </mc:Choice>
        <mc:Fallback xmlns="">
          <p:pic>
            <p:nvPicPr>
              <p:cNvPr id="41" name="Ink 41">
                <a:extLst>
                  <a:ext uri="{FF2B5EF4-FFF2-40B4-BE49-F238E27FC236}">
                    <a16:creationId xmlns:a16="http://schemas.microsoft.com/office/drawing/2014/main" id="{D3FF4561-7ABA-CA40-8F40-998B88FC773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596880" y="3267720"/>
                <a:ext cx="6372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3" name="Ink 43">
                <a:extLst>
                  <a:ext uri="{FF2B5EF4-FFF2-40B4-BE49-F238E27FC236}">
                    <a16:creationId xmlns:a16="http://schemas.microsoft.com/office/drawing/2014/main" id="{7A0078C6-A0D8-3B45-8696-0A2BC99F8FF6}"/>
                  </a:ext>
                </a:extLst>
              </p14:cNvPr>
              <p14:cNvContentPartPr/>
              <p14:nvPr/>
            </p14:nvContentPartPr>
            <p14:xfrm>
              <a:off x="9597240" y="3536280"/>
              <a:ext cx="27360" cy="360"/>
            </p14:xfrm>
          </p:contentPart>
        </mc:Choice>
        <mc:Fallback xmlns="">
          <p:pic>
            <p:nvPicPr>
              <p:cNvPr id="43" name="Ink 43">
                <a:extLst>
                  <a:ext uri="{FF2B5EF4-FFF2-40B4-BE49-F238E27FC236}">
                    <a16:creationId xmlns:a16="http://schemas.microsoft.com/office/drawing/2014/main" id="{7A0078C6-A0D8-3B45-8696-0A2BC99F8FF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587880" y="3526920"/>
                <a:ext cx="460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7" name="Ink 47">
                <a:extLst>
                  <a:ext uri="{FF2B5EF4-FFF2-40B4-BE49-F238E27FC236}">
                    <a16:creationId xmlns:a16="http://schemas.microsoft.com/office/drawing/2014/main" id="{98A83DC8-16FB-FB4C-9447-0C13CCCAA947}"/>
                  </a:ext>
                </a:extLst>
              </p14:cNvPr>
              <p14:cNvContentPartPr/>
              <p14:nvPr/>
            </p14:nvContentPartPr>
            <p14:xfrm>
              <a:off x="9847440" y="3594240"/>
              <a:ext cx="58320" cy="9360"/>
            </p14:xfrm>
          </p:contentPart>
        </mc:Choice>
        <mc:Fallback xmlns="">
          <p:pic>
            <p:nvPicPr>
              <p:cNvPr id="47" name="Ink 47">
                <a:extLst>
                  <a:ext uri="{FF2B5EF4-FFF2-40B4-BE49-F238E27FC236}">
                    <a16:creationId xmlns:a16="http://schemas.microsoft.com/office/drawing/2014/main" id="{98A83DC8-16FB-FB4C-9447-0C13CCCAA94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838080" y="3584880"/>
                <a:ext cx="7704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9" name="Ink 49">
                <a:extLst>
                  <a:ext uri="{FF2B5EF4-FFF2-40B4-BE49-F238E27FC236}">
                    <a16:creationId xmlns:a16="http://schemas.microsoft.com/office/drawing/2014/main" id="{A75CD1A8-6A95-AC48-A1E0-74E246ECCB8B}"/>
                  </a:ext>
                </a:extLst>
              </p14:cNvPr>
              <p14:cNvContentPartPr/>
              <p14:nvPr/>
            </p14:nvContentPartPr>
            <p14:xfrm>
              <a:off x="11932920" y="2049840"/>
              <a:ext cx="40680" cy="4320"/>
            </p14:xfrm>
          </p:contentPart>
        </mc:Choice>
        <mc:Fallback xmlns="">
          <p:pic>
            <p:nvPicPr>
              <p:cNvPr id="49" name="Ink 49">
                <a:extLst>
                  <a:ext uri="{FF2B5EF4-FFF2-40B4-BE49-F238E27FC236}">
                    <a16:creationId xmlns:a16="http://schemas.microsoft.com/office/drawing/2014/main" id="{A75CD1A8-6A95-AC48-A1E0-74E246ECCB8B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1923560" y="2040480"/>
                <a:ext cx="5940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52" name="Ink 52">
                <a:extLst>
                  <a:ext uri="{FF2B5EF4-FFF2-40B4-BE49-F238E27FC236}">
                    <a16:creationId xmlns:a16="http://schemas.microsoft.com/office/drawing/2014/main" id="{83559B47-3067-9643-B9B3-B1C7CDDCD3E8}"/>
                  </a:ext>
                </a:extLst>
              </p14:cNvPr>
              <p14:cNvContentPartPr/>
              <p14:nvPr/>
            </p14:nvContentPartPr>
            <p14:xfrm>
              <a:off x="9281533" y="2428567"/>
              <a:ext cx="10800" cy="10800"/>
            </p14:xfrm>
          </p:contentPart>
        </mc:Choice>
        <mc:Fallback xmlns="">
          <p:pic>
            <p:nvPicPr>
              <p:cNvPr id="52" name="Ink 52">
                <a:extLst>
                  <a:ext uri="{FF2B5EF4-FFF2-40B4-BE49-F238E27FC236}">
                    <a16:creationId xmlns:a16="http://schemas.microsoft.com/office/drawing/2014/main" id="{83559B47-3067-9643-B9B3-B1C7CDDCD3E8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259933" y="2406967"/>
                <a:ext cx="54360" cy="5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407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071" y="222237"/>
            <a:ext cx="10515600" cy="1325563"/>
          </a:xfrm>
        </p:spPr>
        <p:txBody>
          <a:bodyPr/>
          <a:lstStyle/>
          <a:p>
            <a:r>
              <a:rPr lang="en-US" dirty="0"/>
              <a:t>Goodness of Fit Tests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706" y="1847850"/>
            <a:ext cx="6598972" cy="45085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Chi-squared distribution can be used when testing if a variable can be assumed to follow a </a:t>
            </a:r>
            <a:r>
              <a:rPr lang="en-US" b="1" dirty="0"/>
              <a:t>stated</a:t>
            </a:r>
            <a:r>
              <a:rPr lang="en-US" dirty="0"/>
              <a:t> distribution </a:t>
            </a:r>
          </a:p>
          <a:p>
            <a:endParaRPr lang="en-US" dirty="0"/>
          </a:p>
          <a:p>
            <a:r>
              <a:rPr lang="en-US" dirty="0"/>
              <a:t>Example with industrial accidents:</a:t>
            </a:r>
          </a:p>
          <a:p>
            <a:endParaRPr lang="en-US" dirty="0"/>
          </a:p>
          <a:p>
            <a:r>
              <a:rPr lang="en-US" dirty="0"/>
              <a:t>Is there evidence to believe that in the long run the number of accidents recorded is related to the day of the week?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A6BF7C5-BE38-7865-BEE8-B4B25C219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62084"/>
              </p:ext>
            </p:extLst>
          </p:nvPr>
        </p:nvGraphicFramePr>
        <p:xfrm>
          <a:off x="6800678" y="1247751"/>
          <a:ext cx="5086522" cy="43624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1631">
                  <a:extLst>
                    <a:ext uri="{9D8B030D-6E8A-4147-A177-3AD203B41FA5}">
                      <a16:colId xmlns:a16="http://schemas.microsoft.com/office/drawing/2014/main" val="2605180879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917374967"/>
                    </a:ext>
                  </a:extLst>
                </a:gridCol>
                <a:gridCol w="1112108">
                  <a:extLst>
                    <a:ext uri="{9D8B030D-6E8A-4147-A177-3AD203B41FA5}">
                      <a16:colId xmlns:a16="http://schemas.microsoft.com/office/drawing/2014/main" val="2515079703"/>
                    </a:ext>
                  </a:extLst>
                </a:gridCol>
                <a:gridCol w="1569308">
                  <a:extLst>
                    <a:ext uri="{9D8B030D-6E8A-4147-A177-3AD203B41FA5}">
                      <a16:colId xmlns:a16="http://schemas.microsoft.com/office/drawing/2014/main" val="1490337303"/>
                    </a:ext>
                  </a:extLst>
                </a:gridCol>
              </a:tblGrid>
              <a:tr h="620403">
                <a:tc>
                  <a:txBody>
                    <a:bodyPr/>
                    <a:lstStyle/>
                    <a:p>
                      <a:r>
                        <a:rPr lang="en-GB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 accidents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 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χ</a:t>
                      </a:r>
                      <a:r>
                        <a:rPr lang="el-GR" baseline="30000" dirty="0"/>
                        <a:t>2</a:t>
                      </a:r>
                      <a:r>
                        <a:rPr lang="en-GB" dirty="0"/>
                        <a:t> 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631647"/>
                  </a:ext>
                </a:extLst>
              </a:tr>
              <a:tr h="620403">
                <a:tc>
                  <a:txBody>
                    <a:bodyPr/>
                    <a:lstStyle/>
                    <a:p>
                      <a:r>
                        <a:rPr lang="en-GB" dirty="0"/>
                        <a:t>Monday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828075"/>
                  </a:ext>
                </a:extLst>
              </a:tr>
              <a:tr h="620403">
                <a:tc>
                  <a:txBody>
                    <a:bodyPr/>
                    <a:lstStyle/>
                    <a:p>
                      <a:r>
                        <a:rPr lang="en-GB" dirty="0"/>
                        <a:t>Tuesday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766175"/>
                  </a:ext>
                </a:extLst>
              </a:tr>
              <a:tr h="620403">
                <a:tc>
                  <a:txBody>
                    <a:bodyPr/>
                    <a:lstStyle/>
                    <a:p>
                      <a:r>
                        <a:rPr lang="en-GB" dirty="0"/>
                        <a:t>Wednesday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966577"/>
                  </a:ext>
                </a:extLst>
              </a:tr>
              <a:tr h="620403">
                <a:tc>
                  <a:txBody>
                    <a:bodyPr/>
                    <a:lstStyle/>
                    <a:p>
                      <a:r>
                        <a:rPr lang="en-GB" dirty="0"/>
                        <a:t>Thursday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01840"/>
                  </a:ext>
                </a:extLst>
              </a:tr>
              <a:tr h="620403">
                <a:tc>
                  <a:txBody>
                    <a:bodyPr/>
                    <a:lstStyle/>
                    <a:p>
                      <a:r>
                        <a:rPr lang="en-GB" dirty="0"/>
                        <a:t>Friday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511528"/>
                  </a:ext>
                </a:extLst>
              </a:tr>
              <a:tr h="620403">
                <a:tc>
                  <a:txBody>
                    <a:bodyPr/>
                    <a:lstStyle/>
                    <a:p>
                      <a:r>
                        <a:rPr lang="en-GB" dirty="0"/>
                        <a:t>Saturday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532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1890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9C2C-C107-AE4F-8273-D1C28D6A4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AFAAA-DC2E-0F41-B3C4-26761DC86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now have a technique to use on categorical data, to check their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co-dependence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It can be extended to look at fits to theoretical expectations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AFF07-C8CC-2846-83EC-8F93F0CFF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D24AD-D210-A845-8D51-8FD52B2D2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0689E-16FB-B248-813D-59F1B96C1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788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D40C7-C7D9-4757-D6D1-4F374C2BC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Bonus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5001A-2DAE-F021-DF91-ED9D36DE9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3931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My results in the game </a:t>
            </a:r>
            <a:r>
              <a:rPr lang="en-US" dirty="0">
                <a:hlinkClick r:id="rId2"/>
              </a:rPr>
              <a:t>digit.party</a:t>
            </a:r>
            <a:endParaRPr lang="en-US" dirty="0"/>
          </a:p>
          <a:p>
            <a:pPr lvl="1"/>
            <a:r>
              <a:rPr lang="en-US" dirty="0"/>
              <a:t>The game involves putting numbers 1-9 into a 5 x 5 grid so that the same digits are continuous to get points from links</a:t>
            </a:r>
          </a:p>
          <a:p>
            <a:pPr lvl="1"/>
            <a:r>
              <a:rPr lang="en-US" dirty="0"/>
              <a:t>The numbers appear to be random both in sequence and content i.e. there are differing numbers of each digit</a:t>
            </a:r>
          </a:p>
          <a:p>
            <a:pPr lvl="1"/>
            <a:r>
              <a:rPr lang="en-US" dirty="0"/>
              <a:t>You can see the next and subsequent digits</a:t>
            </a:r>
          </a:p>
          <a:p>
            <a:pPr lvl="1"/>
            <a:r>
              <a:rPr lang="en-US" dirty="0"/>
              <a:t>It is easier to demonstrate than explain!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EE508-3CB4-5DA7-5DB0-E93D53DC9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A6F3D-7C14-B04A-F682-20A1D103A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D007D-CD02-3CF4-69B4-54F48C2C7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20</a:t>
            </a:fld>
            <a:endParaRPr lang="en-US"/>
          </a:p>
        </p:txBody>
      </p:sp>
      <p:pic>
        <p:nvPicPr>
          <p:cNvPr id="9" name="Picture 8" descr="The 5 by 5 grid for the game at https://digit.party">
            <a:extLst>
              <a:ext uri="{FF2B5EF4-FFF2-40B4-BE49-F238E27FC236}">
                <a16:creationId xmlns:a16="http://schemas.microsoft.com/office/drawing/2014/main" id="{A0DA4040-40CB-6E06-05EA-B58F97D0A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962" y="365125"/>
            <a:ext cx="3910432" cy="576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612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BAEF0-542B-1F05-7295-CCF65C8DF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Bonus example 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</a:rPr>
              <a:t>cont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52052-4AA6-F25A-90DF-18C2C56FB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60524" cy="4351338"/>
          </a:xfrm>
        </p:spPr>
        <p:txBody>
          <a:bodyPr/>
          <a:lstStyle/>
          <a:p>
            <a:r>
              <a:rPr lang="en-US" dirty="0"/>
              <a:t>I like to have a few practice goes before completing the daily puzzle. Is this strategy effective?</a:t>
            </a:r>
          </a:p>
          <a:p>
            <a:r>
              <a:rPr lang="en-US" dirty="0"/>
              <a:t>I have a summary of scores from each case. They show the percentage of games in several bands; 90-100%, 80-89%, 70-79%, 60-70% 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6A0AA-8D79-A1C2-AE4F-4F091A939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478B7-DC93-23EC-D969-52A3204A2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18CFB-FF8F-425E-C5B3-A98F6B6D1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21</a:t>
            </a:fld>
            <a:endParaRPr lang="en-US"/>
          </a:p>
        </p:txBody>
      </p:sp>
      <p:pic>
        <p:nvPicPr>
          <p:cNvPr id="8" name="Picture 7" descr="Screenshot of gameplay history: Practice plays&#10;N = 524, 90-100 - 35%, 80-90 - 30%, 70-80 - 24%, 60-70 - 7%, less than 60 - 2%">
            <a:extLst>
              <a:ext uri="{FF2B5EF4-FFF2-40B4-BE49-F238E27FC236}">
                <a16:creationId xmlns:a16="http://schemas.microsoft.com/office/drawing/2014/main" id="{DF549CC5-570D-9310-FE81-A5FE3034E0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699" b="39968"/>
          <a:stretch/>
        </p:blipFill>
        <p:spPr>
          <a:xfrm>
            <a:off x="5685110" y="1733167"/>
            <a:ext cx="3168981" cy="3657602"/>
          </a:xfrm>
          <a:prstGeom prst="rect">
            <a:avLst/>
          </a:prstGeom>
        </p:spPr>
      </p:pic>
      <p:pic>
        <p:nvPicPr>
          <p:cNvPr id="10" name="Picture 9" descr="Screenshot of gameplay history: daily puzzle&#10;N = 93, 90-100 - 26%, 80-90 - 41%, 70-80 - 22%, 60-70 - 5%, less than 60 - 2%">
            <a:extLst>
              <a:ext uri="{FF2B5EF4-FFF2-40B4-BE49-F238E27FC236}">
                <a16:creationId xmlns:a16="http://schemas.microsoft.com/office/drawing/2014/main" id="{BEFF14BF-5B66-9DA4-5C4A-CF2F1969A0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442" b="40225"/>
          <a:stretch/>
        </p:blipFill>
        <p:spPr>
          <a:xfrm>
            <a:off x="8914880" y="1733168"/>
            <a:ext cx="3168981" cy="36576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D4505A-9B19-A188-3AAE-99CA63A6E680}"/>
              </a:ext>
            </a:extLst>
          </p:cNvPr>
          <p:cNvSpPr txBox="1"/>
          <p:nvPr/>
        </p:nvSpPr>
        <p:spPr>
          <a:xfrm>
            <a:off x="6804537" y="5515442"/>
            <a:ext cx="930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Practice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E6D9D4-A044-8E10-E650-F4F30CFDC15C}"/>
              </a:ext>
            </a:extLst>
          </p:cNvPr>
          <p:cNvSpPr txBox="1"/>
          <p:nvPr/>
        </p:nvSpPr>
        <p:spPr>
          <a:xfrm>
            <a:off x="9891415" y="5515442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Daily puzzle</a:t>
            </a:r>
          </a:p>
        </p:txBody>
      </p:sp>
    </p:spTree>
    <p:extLst>
      <p:ext uri="{BB962C8B-B14F-4D97-AF65-F5344CB8AC3E}">
        <p14:creationId xmlns:p14="http://schemas.microsoft.com/office/powerpoint/2010/main" val="1112167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CD0C4-2321-C5BE-94A3-CFFC1E892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Analysis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780B712-829E-0E18-968C-119021863C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3861367"/>
              </p:ext>
            </p:extLst>
          </p:nvPr>
        </p:nvGraphicFramePr>
        <p:xfrm>
          <a:off x="838200" y="1825625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66652056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436442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72228547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9725964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3532842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4229197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90-100%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80-89%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70-79%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60-69%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0-60%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123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Daily Puzzle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658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Practice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71176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B3C36-EE9B-CC3C-3BF8-713311DF4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FE71F-CD69-DD79-4C8C-0F0F83405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8161F-6621-BACE-12E1-FA8157B47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B351F4-8BFB-C8FB-6988-36711DC0E71C}"/>
              </a:ext>
            </a:extLst>
          </p:cNvPr>
          <p:cNvSpPr txBox="1"/>
          <p:nvPr/>
        </p:nvSpPr>
        <p:spPr>
          <a:xfrm>
            <a:off x="2204720" y="3429000"/>
            <a:ext cx="441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numbers should you fill the table with?</a:t>
            </a:r>
          </a:p>
        </p:txBody>
      </p:sp>
    </p:spTree>
    <p:extLst>
      <p:ext uri="{BB962C8B-B14F-4D97-AF65-F5344CB8AC3E}">
        <p14:creationId xmlns:p14="http://schemas.microsoft.com/office/powerpoint/2010/main" val="1379483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B289A937-BB76-8849-9817-C27864E913BC}" vid="{6759FE46-AE8E-3244-9678-EBA8AA8A6E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Έγγραφο" ma:contentTypeID="0x010100A8E9AC2D8CFB8B41AABCC159999A4638" ma:contentTypeVersion="3" ma:contentTypeDescription="Δημιουργία νέου εγγράφου" ma:contentTypeScope="" ma:versionID="02d7452c1351a26e008847a89c774335">
  <xsd:schema xmlns:xsd="http://www.w3.org/2001/XMLSchema" xmlns:xs="http://www.w3.org/2001/XMLSchema" xmlns:p="http://schemas.microsoft.com/office/2006/metadata/properties" xmlns:ns2="4cb626c9-b1d3-40fc-bfd5-902d07b155e1" targetNamespace="http://schemas.microsoft.com/office/2006/metadata/properties" ma:root="true" ma:fieldsID="ffc36a5eaba856025c0230ad6c0aedf9" ns2:_="">
    <xsd:import namespace="4cb626c9-b1d3-40fc-bfd5-902d07b155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b626c9-b1d3-40fc-bfd5-902d07b155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Τύπος περιεχομένου"/>
        <xsd:element ref="dc:title" minOccurs="0" maxOccurs="1" ma:index="4" ma:displayName="Τίτλο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9F10C9D-B831-4BB5-BBC4-3C29A40A6EDE}"/>
</file>

<file path=customXml/itemProps2.xml><?xml version="1.0" encoding="utf-8"?>
<ds:datastoreItem xmlns:ds="http://schemas.openxmlformats.org/officeDocument/2006/customXml" ds:itemID="{391D5A50-99BE-4CA8-83C4-D3B86DE1CD92}"/>
</file>

<file path=customXml/itemProps3.xml><?xml version="1.0" encoding="utf-8"?>
<ds:datastoreItem xmlns:ds="http://schemas.openxmlformats.org/officeDocument/2006/customXml" ds:itemID="{09C96282-4477-46AF-BF46-BC98ED6EBCBD}"/>
</file>

<file path=docProps/app.xml><?xml version="1.0" encoding="utf-8"?>
<Properties xmlns="http://schemas.openxmlformats.org/officeDocument/2006/extended-properties" xmlns:vt="http://schemas.openxmlformats.org/officeDocument/2006/docPropsVTypes">
  <Template>5MA506_201718</Template>
  <TotalTime>2782</TotalTime>
  <Words>1484</Words>
  <Application>Microsoft Macintosh PowerPoint</Application>
  <PresentationFormat>Widescreen</PresentationFormat>
  <Paragraphs>251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The χ2  Test</vt:lpstr>
      <vt:lpstr>Outline</vt:lpstr>
      <vt:lpstr>Analysis of categorised data</vt:lpstr>
      <vt:lpstr>Let’s collect some data!</vt:lpstr>
      <vt:lpstr>Survey link</vt:lpstr>
      <vt:lpstr>Tea or coffee drinker? </vt:lpstr>
      <vt:lpstr>Tea or coffee drinker? </vt:lpstr>
      <vt:lpstr>Probability Notes</vt:lpstr>
      <vt:lpstr>χ2 Statistic – applied to drink preference</vt:lpstr>
      <vt:lpstr>χ2 features</vt:lpstr>
      <vt:lpstr>χ2 continued</vt:lpstr>
      <vt:lpstr>Drinks preference in R</vt:lpstr>
      <vt:lpstr>Disease-behaviour link </vt:lpstr>
      <vt:lpstr>Analysis Steps</vt:lpstr>
      <vt:lpstr>Calculate expected frequency table</vt:lpstr>
      <vt:lpstr>Calculate χ2 </vt:lpstr>
      <vt:lpstr>Relate to hypothesis</vt:lpstr>
      <vt:lpstr>Goodness of Fit Tests </vt:lpstr>
      <vt:lpstr>Conclusion</vt:lpstr>
      <vt:lpstr>Bonus example</vt:lpstr>
      <vt:lpstr>Bonus example cont.</vt:lpstr>
      <vt:lpstr>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Week’s title</dc:title>
  <dc:creator>Lee Barnby</dc:creator>
  <cp:lastModifiedBy>Lee Barnby</cp:lastModifiedBy>
  <cp:revision>22</cp:revision>
  <dcterms:created xsi:type="dcterms:W3CDTF">2017-11-05T11:02:23Z</dcterms:created>
  <dcterms:modified xsi:type="dcterms:W3CDTF">2024-10-28T12:57:37Z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0x010100A8E9AC2D8CFB8B41AABCC159999A4638</vt:lpwstr>
  </property>
</Properties>
</file>