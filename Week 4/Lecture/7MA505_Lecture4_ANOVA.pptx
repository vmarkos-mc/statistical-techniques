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7" r:id="rId12"/>
    <p:sldId id="266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254F7F-32EA-1D4C-AEAF-CA3CA8F80160}" v="13" dt="2024-10-14T12:01:17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2"/>
    <p:restoredTop sz="95793"/>
  </p:normalViewPr>
  <p:slideViewPr>
    <p:cSldViewPr snapToGrid="0" snapToObjects="1">
      <p:cViewPr varScale="1">
        <p:scale>
          <a:sx n="106" d="100"/>
          <a:sy n="106" d="100"/>
        </p:scale>
        <p:origin x="20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Relationship Id="rId27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e Barnby" userId="39f99d8d-e7e3-4c24-8daa-b8927982594d" providerId="ADAL" clId="{17254F7F-32EA-1D4C-AEAF-CA3CA8F80160}"/>
    <pc:docChg chg="undo custSel modSld">
      <pc:chgData name="Lee Barnby" userId="39f99d8d-e7e3-4c24-8daa-b8927982594d" providerId="ADAL" clId="{17254F7F-32EA-1D4C-AEAF-CA3CA8F80160}" dt="2024-10-14T12:45:39.158" v="1156" actId="113"/>
      <pc:docMkLst>
        <pc:docMk/>
      </pc:docMkLst>
      <pc:sldChg chg="modSp mod">
        <pc:chgData name="Lee Barnby" userId="39f99d8d-e7e3-4c24-8daa-b8927982594d" providerId="ADAL" clId="{17254F7F-32EA-1D4C-AEAF-CA3CA8F80160}" dt="2024-10-14T09:54:39.814" v="2" actId="207"/>
        <pc:sldMkLst>
          <pc:docMk/>
          <pc:sldMk cId="1408652796" sldId="256"/>
        </pc:sldMkLst>
        <pc:spChg chg="mod">
          <ac:chgData name="Lee Barnby" userId="39f99d8d-e7e3-4c24-8daa-b8927982594d" providerId="ADAL" clId="{17254F7F-32EA-1D4C-AEAF-CA3CA8F80160}" dt="2024-10-14T09:54:39.814" v="2" actId="207"/>
          <ac:spMkLst>
            <pc:docMk/>
            <pc:sldMk cId="1408652796" sldId="256"/>
            <ac:spMk id="2" creationId="{00000000-0000-0000-0000-000000000000}"/>
          </ac:spMkLst>
        </pc:spChg>
        <pc:picChg chg="mod">
          <ac:chgData name="Lee Barnby" userId="39f99d8d-e7e3-4c24-8daa-b8927982594d" providerId="ADAL" clId="{17254F7F-32EA-1D4C-AEAF-CA3CA8F80160}" dt="2024-10-14T09:53:20.421" v="0" actId="962"/>
          <ac:picMkLst>
            <pc:docMk/>
            <pc:sldMk cId="1408652796" sldId="256"/>
            <ac:picMk id="10" creationId="{3CC96C52-C9E3-CC4A-A2C1-FAFEA51F583C}"/>
          </ac:picMkLst>
        </pc:picChg>
      </pc:sldChg>
      <pc:sldChg chg="modSp mod">
        <pc:chgData name="Lee Barnby" userId="39f99d8d-e7e3-4c24-8daa-b8927982594d" providerId="ADAL" clId="{17254F7F-32EA-1D4C-AEAF-CA3CA8F80160}" dt="2024-10-14T12:44:32.968" v="1154" actId="113"/>
        <pc:sldMkLst>
          <pc:docMk/>
          <pc:sldMk cId="500517159" sldId="257"/>
        </pc:sldMkLst>
        <pc:spChg chg="mod">
          <ac:chgData name="Lee Barnby" userId="39f99d8d-e7e3-4c24-8daa-b8927982594d" providerId="ADAL" clId="{17254F7F-32EA-1D4C-AEAF-CA3CA8F80160}" dt="2024-10-14T09:54:43.320" v="3" actId="207"/>
          <ac:spMkLst>
            <pc:docMk/>
            <pc:sldMk cId="500517159" sldId="257"/>
            <ac:spMk id="2" creationId="{00000000-0000-0000-0000-000000000000}"/>
          </ac:spMkLst>
        </pc:spChg>
        <pc:spChg chg="mod">
          <ac:chgData name="Lee Barnby" userId="39f99d8d-e7e3-4c24-8daa-b8927982594d" providerId="ADAL" clId="{17254F7F-32EA-1D4C-AEAF-CA3CA8F80160}" dt="2024-10-14T12:44:32.968" v="1154" actId="113"/>
          <ac:spMkLst>
            <pc:docMk/>
            <pc:sldMk cId="500517159" sldId="257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17254F7F-32EA-1D4C-AEAF-CA3CA8F80160}" dt="2024-10-14T09:54:47.320" v="4" actId="207"/>
        <pc:sldMkLst>
          <pc:docMk/>
          <pc:sldMk cId="718226086" sldId="258"/>
        </pc:sldMkLst>
        <pc:spChg chg="mod">
          <ac:chgData name="Lee Barnby" userId="39f99d8d-e7e3-4c24-8daa-b8927982594d" providerId="ADAL" clId="{17254F7F-32EA-1D4C-AEAF-CA3CA8F80160}" dt="2024-10-14T09:54:47.320" v="4" actId="207"/>
          <ac:spMkLst>
            <pc:docMk/>
            <pc:sldMk cId="718226086" sldId="258"/>
            <ac:spMk id="2" creationId="{00000000-0000-0000-0000-000000000000}"/>
          </ac:spMkLst>
        </pc:spChg>
      </pc:sldChg>
      <pc:sldChg chg="modSp mod">
        <pc:chgData name="Lee Barnby" userId="39f99d8d-e7e3-4c24-8daa-b8927982594d" providerId="ADAL" clId="{17254F7F-32EA-1D4C-AEAF-CA3CA8F80160}" dt="2024-10-14T09:54:33.087" v="1" actId="207"/>
        <pc:sldMkLst>
          <pc:docMk/>
          <pc:sldMk cId="1585303722" sldId="259"/>
        </pc:sldMkLst>
        <pc:spChg chg="mod">
          <ac:chgData name="Lee Barnby" userId="39f99d8d-e7e3-4c24-8daa-b8927982594d" providerId="ADAL" clId="{17254F7F-32EA-1D4C-AEAF-CA3CA8F80160}" dt="2024-10-14T09:54:33.087" v="1" actId="207"/>
          <ac:spMkLst>
            <pc:docMk/>
            <pc:sldMk cId="1585303722" sldId="259"/>
            <ac:spMk id="2" creationId="{00000000-0000-0000-0000-000000000000}"/>
          </ac:spMkLst>
        </pc:spChg>
      </pc:sldChg>
      <pc:sldChg chg="modSp mod">
        <pc:chgData name="Lee Barnby" userId="39f99d8d-e7e3-4c24-8daa-b8927982594d" providerId="ADAL" clId="{17254F7F-32EA-1D4C-AEAF-CA3CA8F80160}" dt="2024-10-14T09:58:04.855" v="382" actId="207"/>
        <pc:sldMkLst>
          <pc:docMk/>
          <pc:sldMk cId="997953509" sldId="260"/>
        </pc:sldMkLst>
        <pc:spChg chg="mod">
          <ac:chgData name="Lee Barnby" userId="39f99d8d-e7e3-4c24-8daa-b8927982594d" providerId="ADAL" clId="{17254F7F-32EA-1D4C-AEAF-CA3CA8F80160}" dt="2024-10-14T09:58:04.855" v="382" actId="207"/>
          <ac:spMkLst>
            <pc:docMk/>
            <pc:sldMk cId="997953509" sldId="260"/>
            <ac:spMk id="2" creationId="{00000000-0000-0000-0000-000000000000}"/>
          </ac:spMkLst>
        </pc:spChg>
        <pc:spChg chg="mod">
          <ac:chgData name="Lee Barnby" userId="39f99d8d-e7e3-4c24-8daa-b8927982594d" providerId="ADAL" clId="{17254F7F-32EA-1D4C-AEAF-CA3CA8F80160}" dt="2024-10-14T09:55:33.314" v="13" actId="20577"/>
          <ac:spMkLst>
            <pc:docMk/>
            <pc:sldMk cId="997953509" sldId="260"/>
            <ac:spMk id="3" creationId="{00000000-0000-0000-0000-000000000000}"/>
          </ac:spMkLst>
        </pc:spChg>
      </pc:sldChg>
      <pc:sldChg chg="modSp mod">
        <pc:chgData name="Lee Barnby" userId="39f99d8d-e7e3-4c24-8daa-b8927982594d" providerId="ADAL" clId="{17254F7F-32EA-1D4C-AEAF-CA3CA8F80160}" dt="2024-10-14T09:54:53.735" v="5" actId="207"/>
        <pc:sldMkLst>
          <pc:docMk/>
          <pc:sldMk cId="1470155142" sldId="261"/>
        </pc:sldMkLst>
        <pc:spChg chg="mod">
          <ac:chgData name="Lee Barnby" userId="39f99d8d-e7e3-4c24-8daa-b8927982594d" providerId="ADAL" clId="{17254F7F-32EA-1D4C-AEAF-CA3CA8F80160}" dt="2024-10-14T09:54:53.735" v="5" actId="207"/>
          <ac:spMkLst>
            <pc:docMk/>
            <pc:sldMk cId="1470155142" sldId="261"/>
            <ac:spMk id="2" creationId="{00000000-0000-0000-0000-000000000000}"/>
          </ac:spMkLst>
        </pc:spChg>
      </pc:sldChg>
      <pc:sldChg chg="addSp delSp modSp mod">
        <pc:chgData name="Lee Barnby" userId="39f99d8d-e7e3-4c24-8daa-b8927982594d" providerId="ADAL" clId="{17254F7F-32EA-1D4C-AEAF-CA3CA8F80160}" dt="2024-10-14T09:58:13.184" v="386"/>
        <pc:sldMkLst>
          <pc:docMk/>
          <pc:sldMk cId="1535494713" sldId="262"/>
        </pc:sldMkLst>
        <pc:spChg chg="mod">
          <ac:chgData name="Lee Barnby" userId="39f99d8d-e7e3-4c24-8daa-b8927982594d" providerId="ADAL" clId="{17254F7F-32EA-1D4C-AEAF-CA3CA8F80160}" dt="2024-10-14T09:58:09.554" v="384" actId="207"/>
          <ac:spMkLst>
            <pc:docMk/>
            <pc:sldMk cId="1535494713" sldId="262"/>
            <ac:spMk id="2" creationId="{00000000-0000-0000-0000-000000000000}"/>
          </ac:spMkLst>
        </pc:spChg>
        <pc:spChg chg="add del mod">
          <ac:chgData name="Lee Barnby" userId="39f99d8d-e7e3-4c24-8daa-b8927982594d" providerId="ADAL" clId="{17254F7F-32EA-1D4C-AEAF-CA3CA8F80160}" dt="2024-10-14T09:58:13.184" v="386"/>
          <ac:spMkLst>
            <pc:docMk/>
            <pc:sldMk cId="1535494713" sldId="262"/>
            <ac:spMk id="10" creationId="{B9122FE1-2B51-8863-6A26-7834EF615D6B}"/>
          </ac:spMkLst>
        </pc:spChg>
        <pc:picChg chg="mod">
          <ac:chgData name="Lee Barnby" userId="39f99d8d-e7e3-4c24-8daa-b8927982594d" providerId="ADAL" clId="{17254F7F-32EA-1D4C-AEAF-CA3CA8F80160}" dt="2024-10-14T09:56:34.617" v="241" actId="962"/>
          <ac:picMkLst>
            <pc:docMk/>
            <pc:sldMk cId="1535494713" sldId="262"/>
            <ac:picMk id="7" creationId="{00000000-0000-0000-0000-000000000000}"/>
          </ac:picMkLst>
        </pc:picChg>
        <pc:picChg chg="mod">
          <ac:chgData name="Lee Barnby" userId="39f99d8d-e7e3-4c24-8daa-b8927982594d" providerId="ADAL" clId="{17254F7F-32EA-1D4C-AEAF-CA3CA8F80160}" dt="2024-10-14T09:57:10.525" v="311" actId="962"/>
          <ac:picMkLst>
            <pc:docMk/>
            <pc:sldMk cId="1535494713" sldId="262"/>
            <ac:picMk id="8" creationId="{00000000-0000-0000-0000-000000000000}"/>
          </ac:picMkLst>
        </pc:picChg>
        <pc:picChg chg="mod">
          <ac:chgData name="Lee Barnby" userId="39f99d8d-e7e3-4c24-8daa-b8927982594d" providerId="ADAL" clId="{17254F7F-32EA-1D4C-AEAF-CA3CA8F80160}" dt="2024-10-14T09:57:45.832" v="381" actId="962"/>
          <ac:picMkLst>
            <pc:docMk/>
            <pc:sldMk cId="1535494713" sldId="262"/>
            <ac:picMk id="9" creationId="{00000000-0000-0000-0000-000000000000}"/>
          </ac:picMkLst>
        </pc:picChg>
      </pc:sldChg>
      <pc:sldChg chg="modSp mod">
        <pc:chgData name="Lee Barnby" userId="39f99d8d-e7e3-4c24-8daa-b8927982594d" providerId="ADAL" clId="{17254F7F-32EA-1D4C-AEAF-CA3CA8F80160}" dt="2024-10-14T09:58:14.790" v="387" actId="207"/>
        <pc:sldMkLst>
          <pc:docMk/>
          <pc:sldMk cId="1804593020" sldId="263"/>
        </pc:sldMkLst>
        <pc:spChg chg="mod">
          <ac:chgData name="Lee Barnby" userId="39f99d8d-e7e3-4c24-8daa-b8927982594d" providerId="ADAL" clId="{17254F7F-32EA-1D4C-AEAF-CA3CA8F80160}" dt="2024-10-14T09:58:14.790" v="387" actId="207"/>
          <ac:spMkLst>
            <pc:docMk/>
            <pc:sldMk cId="1804593020" sldId="263"/>
            <ac:spMk id="2" creationId="{00000000-0000-0000-0000-000000000000}"/>
          </ac:spMkLst>
        </pc:spChg>
      </pc:sldChg>
      <pc:sldChg chg="modSp mod">
        <pc:chgData name="Lee Barnby" userId="39f99d8d-e7e3-4c24-8daa-b8927982594d" providerId="ADAL" clId="{17254F7F-32EA-1D4C-AEAF-CA3CA8F80160}" dt="2024-10-14T10:00:21.816" v="706" actId="207"/>
        <pc:sldMkLst>
          <pc:docMk/>
          <pc:sldMk cId="1558590173" sldId="264"/>
        </pc:sldMkLst>
        <pc:spChg chg="mod">
          <ac:chgData name="Lee Barnby" userId="39f99d8d-e7e3-4c24-8daa-b8927982594d" providerId="ADAL" clId="{17254F7F-32EA-1D4C-AEAF-CA3CA8F80160}" dt="2024-10-14T10:00:21.816" v="706" actId="207"/>
          <ac:spMkLst>
            <pc:docMk/>
            <pc:sldMk cId="1558590173" sldId="264"/>
            <ac:spMk id="2" creationId="{00000000-0000-0000-0000-000000000000}"/>
          </ac:spMkLst>
        </pc:spChg>
        <pc:picChg chg="mod">
          <ac:chgData name="Lee Barnby" userId="39f99d8d-e7e3-4c24-8daa-b8927982594d" providerId="ADAL" clId="{17254F7F-32EA-1D4C-AEAF-CA3CA8F80160}" dt="2024-10-14T10:00:13.434" v="705" actId="962"/>
          <ac:picMkLst>
            <pc:docMk/>
            <pc:sldMk cId="1558590173" sldId="264"/>
            <ac:picMk id="7" creationId="{00000000-0000-0000-0000-000000000000}"/>
          </ac:picMkLst>
        </pc:picChg>
      </pc:sldChg>
      <pc:sldChg chg="addSp delSp modSp mod delAnim modAnim">
        <pc:chgData name="Lee Barnby" userId="39f99d8d-e7e3-4c24-8daa-b8927982594d" providerId="ADAL" clId="{17254F7F-32EA-1D4C-AEAF-CA3CA8F80160}" dt="2024-10-14T12:02:06.285" v="1149" actId="1076"/>
        <pc:sldMkLst>
          <pc:docMk/>
          <pc:sldMk cId="1243385678" sldId="265"/>
        </pc:sldMkLst>
        <pc:spChg chg="mod">
          <ac:chgData name="Lee Barnby" userId="39f99d8d-e7e3-4c24-8daa-b8927982594d" providerId="ADAL" clId="{17254F7F-32EA-1D4C-AEAF-CA3CA8F80160}" dt="2024-10-14T10:00:28.206" v="707" actId="207"/>
          <ac:spMkLst>
            <pc:docMk/>
            <pc:sldMk cId="1243385678" sldId="265"/>
            <ac:spMk id="2" creationId="{00000000-0000-0000-0000-000000000000}"/>
          </ac:spMkLst>
        </pc:spChg>
        <pc:spChg chg="add del mod">
          <ac:chgData name="Lee Barnby" userId="39f99d8d-e7e3-4c24-8daa-b8927982594d" providerId="ADAL" clId="{17254F7F-32EA-1D4C-AEAF-CA3CA8F80160}" dt="2024-10-14T11:34:43.927" v="774" actId="931"/>
          <ac:spMkLst>
            <pc:docMk/>
            <pc:sldMk cId="1243385678" sldId="265"/>
            <ac:spMk id="10" creationId="{C3DF10DF-5591-FCBA-801A-343AA21B46F7}"/>
          </ac:spMkLst>
        </pc:spChg>
        <pc:spChg chg="add del mod">
          <ac:chgData name="Lee Barnby" userId="39f99d8d-e7e3-4c24-8daa-b8927982594d" providerId="ADAL" clId="{17254F7F-32EA-1D4C-AEAF-CA3CA8F80160}" dt="2024-10-14T11:35:52.821" v="777" actId="931"/>
          <ac:spMkLst>
            <pc:docMk/>
            <pc:sldMk cId="1243385678" sldId="265"/>
            <ac:spMk id="14" creationId="{F1F8F0F8-A2D1-B4A6-C047-18B3F656CE1B}"/>
          </ac:spMkLst>
        </pc:spChg>
        <pc:spChg chg="add del mod">
          <ac:chgData name="Lee Barnby" userId="39f99d8d-e7e3-4c24-8daa-b8927982594d" providerId="ADAL" clId="{17254F7F-32EA-1D4C-AEAF-CA3CA8F80160}" dt="2024-10-14T11:37:09.210" v="781" actId="931"/>
          <ac:spMkLst>
            <pc:docMk/>
            <pc:sldMk cId="1243385678" sldId="265"/>
            <ac:spMk id="18" creationId="{C669D3A1-897E-F9F5-105F-EADA8195BDD0}"/>
          </ac:spMkLst>
        </pc:spChg>
        <pc:picChg chg="del">
          <ac:chgData name="Lee Barnby" userId="39f99d8d-e7e3-4c24-8daa-b8927982594d" providerId="ADAL" clId="{17254F7F-32EA-1D4C-AEAF-CA3CA8F80160}" dt="2024-10-14T11:33:34.703" v="770" actId="478"/>
          <ac:picMkLst>
            <pc:docMk/>
            <pc:sldMk cId="1243385678" sldId="265"/>
            <ac:picMk id="7" creationId="{00000000-0000-0000-0000-000000000000}"/>
          </ac:picMkLst>
        </pc:picChg>
        <pc:picChg chg="del">
          <ac:chgData name="Lee Barnby" userId="39f99d8d-e7e3-4c24-8daa-b8927982594d" providerId="ADAL" clId="{17254F7F-32EA-1D4C-AEAF-CA3CA8F80160}" dt="2024-10-14T11:33:32.755" v="769" actId="478"/>
          <ac:picMkLst>
            <pc:docMk/>
            <pc:sldMk cId="1243385678" sldId="265"/>
            <ac:picMk id="9" creationId="{00000000-0000-0000-0000-000000000000}"/>
          </ac:picMkLst>
        </pc:picChg>
        <pc:picChg chg="add del mod">
          <ac:chgData name="Lee Barnby" userId="39f99d8d-e7e3-4c24-8daa-b8927982594d" providerId="ADAL" clId="{17254F7F-32EA-1D4C-AEAF-CA3CA8F80160}" dt="2024-10-14T11:34:58.836" v="776" actId="478"/>
          <ac:picMkLst>
            <pc:docMk/>
            <pc:sldMk cId="1243385678" sldId="265"/>
            <ac:picMk id="12" creationId="{BDEA3D76-B928-853C-0C82-24B104E49B1C}"/>
          </ac:picMkLst>
        </pc:picChg>
        <pc:picChg chg="add del mod">
          <ac:chgData name="Lee Barnby" userId="39f99d8d-e7e3-4c24-8daa-b8927982594d" providerId="ADAL" clId="{17254F7F-32EA-1D4C-AEAF-CA3CA8F80160}" dt="2024-10-14T11:37:04.118" v="780" actId="478"/>
          <ac:picMkLst>
            <pc:docMk/>
            <pc:sldMk cId="1243385678" sldId="265"/>
            <ac:picMk id="16" creationId="{2295BE4A-5A03-8531-86AA-90AC17CE1CE8}"/>
          </ac:picMkLst>
        </pc:picChg>
        <pc:picChg chg="add mod modCrop">
          <ac:chgData name="Lee Barnby" userId="39f99d8d-e7e3-4c24-8daa-b8927982594d" providerId="ADAL" clId="{17254F7F-32EA-1D4C-AEAF-CA3CA8F80160}" dt="2024-10-14T12:00:07.190" v="1143" actId="1076"/>
          <ac:picMkLst>
            <pc:docMk/>
            <pc:sldMk cId="1243385678" sldId="265"/>
            <ac:picMk id="20" creationId="{98F0657D-0F61-CDC2-9778-DDC6C17CB255}"/>
          </ac:picMkLst>
        </pc:picChg>
        <pc:picChg chg="add mod modCrop">
          <ac:chgData name="Lee Barnby" userId="39f99d8d-e7e3-4c24-8daa-b8927982594d" providerId="ADAL" clId="{17254F7F-32EA-1D4C-AEAF-CA3CA8F80160}" dt="2024-10-14T12:01:38.200" v="1147" actId="1076"/>
          <ac:picMkLst>
            <pc:docMk/>
            <pc:sldMk cId="1243385678" sldId="265"/>
            <ac:picMk id="22" creationId="{1C214353-8835-CAC3-A474-94BC3BC372D3}"/>
          </ac:picMkLst>
        </pc:picChg>
        <pc:picChg chg="add mod modCrop">
          <ac:chgData name="Lee Barnby" userId="39f99d8d-e7e3-4c24-8daa-b8927982594d" providerId="ADAL" clId="{17254F7F-32EA-1D4C-AEAF-CA3CA8F80160}" dt="2024-10-14T12:02:06.285" v="1149" actId="1076"/>
          <ac:picMkLst>
            <pc:docMk/>
            <pc:sldMk cId="1243385678" sldId="265"/>
            <ac:picMk id="24" creationId="{8CDD63E7-D10E-F4CE-22EC-2384A0BEC39E}"/>
          </ac:picMkLst>
        </pc:picChg>
        <pc:inkChg chg="del">
          <ac:chgData name="Lee Barnby" userId="39f99d8d-e7e3-4c24-8daa-b8927982594d" providerId="ADAL" clId="{17254F7F-32EA-1D4C-AEAF-CA3CA8F80160}" dt="2024-10-14T11:33:52.208" v="772" actId="478"/>
          <ac:inkMkLst>
            <pc:docMk/>
            <pc:sldMk cId="1243385678" sldId="265"/>
            <ac:inkMk id="3" creationId="{4F26725F-AA13-0741-82DF-2BE3CB757339}"/>
          </ac:inkMkLst>
        </pc:inkChg>
      </pc:sldChg>
      <pc:sldChg chg="modSp mod">
        <pc:chgData name="Lee Barnby" userId="39f99d8d-e7e3-4c24-8daa-b8927982594d" providerId="ADAL" clId="{17254F7F-32EA-1D4C-AEAF-CA3CA8F80160}" dt="2024-10-14T10:10:46.920" v="708" actId="207"/>
        <pc:sldMkLst>
          <pc:docMk/>
          <pc:sldMk cId="1716972629" sldId="266"/>
        </pc:sldMkLst>
        <pc:spChg chg="mod">
          <ac:chgData name="Lee Barnby" userId="39f99d8d-e7e3-4c24-8daa-b8927982594d" providerId="ADAL" clId="{17254F7F-32EA-1D4C-AEAF-CA3CA8F80160}" dt="2024-10-14T10:10:46.920" v="708" actId="207"/>
          <ac:spMkLst>
            <pc:docMk/>
            <pc:sldMk cId="1716972629" sldId="266"/>
            <ac:spMk id="2" creationId="{00000000-0000-0000-0000-000000000000}"/>
          </ac:spMkLst>
        </pc:spChg>
      </pc:sldChg>
      <pc:sldChg chg="addSp delSp modSp mod">
        <pc:chgData name="Lee Barnby" userId="39f99d8d-e7e3-4c24-8daa-b8927982594d" providerId="ADAL" clId="{17254F7F-32EA-1D4C-AEAF-CA3CA8F80160}" dt="2024-10-14T12:45:39.158" v="1156" actId="113"/>
        <pc:sldMkLst>
          <pc:docMk/>
          <pc:sldMk cId="3427147651" sldId="270"/>
        </pc:sldMkLst>
        <pc:spChg chg="mod">
          <ac:chgData name="Lee Barnby" userId="39f99d8d-e7e3-4c24-8daa-b8927982594d" providerId="ADAL" clId="{17254F7F-32EA-1D4C-AEAF-CA3CA8F80160}" dt="2024-10-14T11:52:45.567" v="1018" actId="207"/>
          <ac:spMkLst>
            <pc:docMk/>
            <pc:sldMk cId="3427147651" sldId="270"/>
            <ac:spMk id="2" creationId="{00000000-0000-0000-0000-000000000000}"/>
          </ac:spMkLst>
        </pc:spChg>
        <pc:spChg chg="add mod">
          <ac:chgData name="Lee Barnby" userId="39f99d8d-e7e3-4c24-8daa-b8927982594d" providerId="ADAL" clId="{17254F7F-32EA-1D4C-AEAF-CA3CA8F80160}" dt="2024-10-14T11:54:23.743" v="1117" actId="20577"/>
          <ac:spMkLst>
            <pc:docMk/>
            <pc:sldMk cId="3427147651" sldId="270"/>
            <ac:spMk id="3" creationId="{62920E54-49E8-2E12-6AEE-C863986641FA}"/>
          </ac:spMkLst>
        </pc:spChg>
        <pc:spChg chg="add mod">
          <ac:chgData name="Lee Barnby" userId="39f99d8d-e7e3-4c24-8daa-b8927982594d" providerId="ADAL" clId="{17254F7F-32EA-1D4C-AEAF-CA3CA8F80160}" dt="2024-10-14T11:54:02.750" v="1106" actId="1076"/>
          <ac:spMkLst>
            <pc:docMk/>
            <pc:sldMk cId="3427147651" sldId="270"/>
            <ac:spMk id="8" creationId="{1CFFB455-676F-D932-7380-E5EC88BA6872}"/>
          </ac:spMkLst>
        </pc:spChg>
        <pc:spChg chg="mod">
          <ac:chgData name="Lee Barnby" userId="39f99d8d-e7e3-4c24-8daa-b8927982594d" providerId="ADAL" clId="{17254F7F-32EA-1D4C-AEAF-CA3CA8F80160}" dt="2024-10-14T12:45:39.158" v="1156" actId="113"/>
          <ac:spMkLst>
            <pc:docMk/>
            <pc:sldMk cId="3427147651" sldId="270"/>
            <ac:spMk id="10" creationId="{0CCD6C1D-741E-BE40-B4AD-49C3B34706C9}"/>
          </ac:spMkLst>
        </pc:spChg>
        <pc:spChg chg="add mod">
          <ac:chgData name="Lee Barnby" userId="39f99d8d-e7e3-4c24-8daa-b8927982594d" providerId="ADAL" clId="{17254F7F-32EA-1D4C-AEAF-CA3CA8F80160}" dt="2024-10-14T11:52:27.812" v="1017" actId="207"/>
          <ac:spMkLst>
            <pc:docMk/>
            <pc:sldMk cId="3427147651" sldId="270"/>
            <ac:spMk id="11" creationId="{F9689445-F9D2-8785-B515-F1C8CF13CC36}"/>
          </ac:spMkLst>
        </pc:spChg>
        <pc:inkChg chg="del">
          <ac:chgData name="Lee Barnby" userId="39f99d8d-e7e3-4c24-8daa-b8927982594d" providerId="ADAL" clId="{17254F7F-32EA-1D4C-AEAF-CA3CA8F80160}" dt="2024-10-14T11:52:51.296" v="1019" actId="478"/>
          <ac:inkMkLst>
            <pc:docMk/>
            <pc:sldMk cId="3427147651" sldId="270"/>
            <ac:inkMk id="9" creationId="{81F07C1E-ED69-FD46-AB50-7FAAE138743E}"/>
          </ac:inkMkLst>
        </pc:inkChg>
        <pc:cxnChg chg="add mod">
          <ac:chgData name="Lee Barnby" userId="39f99d8d-e7e3-4c24-8daa-b8927982594d" providerId="ADAL" clId="{17254F7F-32EA-1D4C-AEAF-CA3CA8F80160}" dt="2024-10-14T11:53:57.038" v="1105" actId="692"/>
          <ac:cxnSpMkLst>
            <pc:docMk/>
            <pc:sldMk cId="3427147651" sldId="270"/>
            <ac:cxnSpMk id="13" creationId="{898FE2CD-FEE2-8200-EE6F-AC3FA527E1A0}"/>
          </ac:cxnSpMkLst>
        </pc:cxnChg>
      </pc:sldChg>
      <pc:sldChg chg="modSp mod">
        <pc:chgData name="Lee Barnby" userId="39f99d8d-e7e3-4c24-8daa-b8927982594d" providerId="ADAL" clId="{17254F7F-32EA-1D4C-AEAF-CA3CA8F80160}" dt="2024-10-14T10:15:41.662" v="767" actId="207"/>
        <pc:sldMkLst>
          <pc:docMk/>
          <pc:sldMk cId="2809470666" sldId="271"/>
        </pc:sldMkLst>
        <pc:spChg chg="mod">
          <ac:chgData name="Lee Barnby" userId="39f99d8d-e7e3-4c24-8daa-b8927982594d" providerId="ADAL" clId="{17254F7F-32EA-1D4C-AEAF-CA3CA8F80160}" dt="2024-10-14T10:15:41.662" v="767" actId="207"/>
          <ac:spMkLst>
            <pc:docMk/>
            <pc:sldMk cId="2809470666" sldId="271"/>
            <ac:spMk id="2" creationId="{F861D4D1-D5A7-4B40-A38D-1CEFA361913F}"/>
          </ac:spMkLst>
        </pc:spChg>
        <pc:spChg chg="mod">
          <ac:chgData name="Lee Barnby" userId="39f99d8d-e7e3-4c24-8daa-b8927982594d" providerId="ADAL" clId="{17254F7F-32EA-1D4C-AEAF-CA3CA8F80160}" dt="2024-10-14T10:14:14.317" v="709" actId="207"/>
          <ac:spMkLst>
            <pc:docMk/>
            <pc:sldMk cId="2809470666" sldId="271"/>
            <ac:spMk id="3" creationId="{A7AC75A5-2CB8-5E4A-BEEB-C648780C2B5E}"/>
          </ac:spMkLst>
        </pc:spChg>
      </pc:sldChg>
      <pc:sldChg chg="modSp mod">
        <pc:chgData name="Lee Barnby" userId="39f99d8d-e7e3-4c24-8daa-b8927982594d" providerId="ADAL" clId="{17254F7F-32EA-1D4C-AEAF-CA3CA8F80160}" dt="2024-10-14T10:15:35.535" v="766" actId="207"/>
        <pc:sldMkLst>
          <pc:docMk/>
          <pc:sldMk cId="2265766056" sldId="272"/>
        </pc:sldMkLst>
        <pc:spChg chg="mod">
          <ac:chgData name="Lee Barnby" userId="39f99d8d-e7e3-4c24-8daa-b8927982594d" providerId="ADAL" clId="{17254F7F-32EA-1D4C-AEAF-CA3CA8F80160}" dt="2024-10-14T10:15:35.535" v="766" actId="207"/>
          <ac:spMkLst>
            <pc:docMk/>
            <pc:sldMk cId="2265766056" sldId="272"/>
            <ac:spMk id="2" creationId="{5810388C-E961-9E49-9DC1-E152BEAB2C2F}"/>
          </ac:spMkLst>
        </pc:spChg>
      </pc:sldChg>
      <pc:sldChg chg="modSp mod">
        <pc:chgData name="Lee Barnby" userId="39f99d8d-e7e3-4c24-8daa-b8927982594d" providerId="ADAL" clId="{17254F7F-32EA-1D4C-AEAF-CA3CA8F80160}" dt="2024-10-14T10:55:50.803" v="768" actId="790"/>
        <pc:sldMkLst>
          <pc:docMk/>
          <pc:sldMk cId="2598517167" sldId="273"/>
        </pc:sldMkLst>
        <pc:spChg chg="mod">
          <ac:chgData name="Lee Barnby" userId="39f99d8d-e7e3-4c24-8daa-b8927982594d" providerId="ADAL" clId="{17254F7F-32EA-1D4C-AEAF-CA3CA8F80160}" dt="2024-10-14T10:55:50.803" v="768" actId="790"/>
          <ac:spMkLst>
            <pc:docMk/>
            <pc:sldMk cId="2598517167" sldId="273"/>
            <ac:spMk id="2" creationId="{5CAA4883-9B4C-E9E9-EEDF-AE4072E5DA91}"/>
          </ac:spMkLst>
        </pc:spChg>
        <pc:spChg chg="mod">
          <ac:chgData name="Lee Barnby" userId="39f99d8d-e7e3-4c24-8daa-b8927982594d" providerId="ADAL" clId="{17254F7F-32EA-1D4C-AEAF-CA3CA8F80160}" dt="2024-10-14T10:55:50.803" v="768" actId="790"/>
          <ac:spMkLst>
            <pc:docMk/>
            <pc:sldMk cId="2598517167" sldId="273"/>
            <ac:spMk id="3" creationId="{0C15D254-20A4-CC5D-9475-1D633887D693}"/>
          </ac:spMkLst>
        </pc:spChg>
        <pc:spChg chg="mod">
          <ac:chgData name="Lee Barnby" userId="39f99d8d-e7e3-4c24-8daa-b8927982594d" providerId="ADAL" clId="{17254F7F-32EA-1D4C-AEAF-CA3CA8F80160}" dt="2024-10-14T10:55:50.803" v="768" actId="790"/>
          <ac:spMkLst>
            <pc:docMk/>
            <pc:sldMk cId="2598517167" sldId="273"/>
            <ac:spMk id="4" creationId="{79302332-07EC-F287-A07E-A629C39A1018}"/>
          </ac:spMkLst>
        </pc:spChg>
        <pc:spChg chg="mod">
          <ac:chgData name="Lee Barnby" userId="39f99d8d-e7e3-4c24-8daa-b8927982594d" providerId="ADAL" clId="{17254F7F-32EA-1D4C-AEAF-CA3CA8F80160}" dt="2024-10-14T10:55:50.803" v="768" actId="790"/>
          <ac:spMkLst>
            <pc:docMk/>
            <pc:sldMk cId="2598517167" sldId="273"/>
            <ac:spMk id="5" creationId="{030FC335-A45E-921A-A1A5-D91C36C13857}"/>
          </ac:spMkLst>
        </pc:spChg>
        <pc:spChg chg="mod">
          <ac:chgData name="Lee Barnby" userId="39f99d8d-e7e3-4c24-8daa-b8927982594d" providerId="ADAL" clId="{17254F7F-32EA-1D4C-AEAF-CA3CA8F80160}" dt="2024-10-14T10:55:50.803" v="768" actId="790"/>
          <ac:spMkLst>
            <pc:docMk/>
            <pc:sldMk cId="2598517167" sldId="273"/>
            <ac:spMk id="6" creationId="{01BA8753-ED6C-E760-BE0C-582021D057C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28T08:50:39.48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31845 13742 7569,'-13'0'376,"1"0"0,-1 0 0,1 0 1,0 0-1,-1-2 0,1 0 1,-1-2-1,1 1 0,0 1 1,-1 2 4751,1 0-4827,5 0 0,3 2 1,8 1-1,5 1 0,8-2 1,8 0-1,7-2 1,2 0-1,0 0 0,0 0 1,-1 0-1,0 0-825,0 0 0,-4 0 0,2 0 0,0 0 0,-2 0 1,0-2-1,0 0 0,-3-2 0,-3 1 0,-3 1 0,-3 2 1,-1-1 523,-3-3 0,5 3 0,2-5 0</inkml:trace>
  <inkml:trace contextRef="#ctx0" brushRef="#br0" timeOffset="1">32279 13568 7569,'-13'-1'337,"1"-3"0,0 2 0,-1-2 0,2 1 0,1 1 322,2-3 1,4 0 0,-4 2 0,-2-1 0,-1 0 0,-1 0 0,-1 0 1039,1 1 1,4-3 0,-1 2 0,0 2-1399,-2 0 0,5 4 0,6 0 0,8 2 0,6 1 0,4-1 1,1 1-1,4 1 0,0 1 0,2-1-399,0 4 1,-5 3 0,1 2 0,0 3 0,-2 1 0,-3 3 0,-2 1 0,-1 2 0,-2-1 0,-3-2 0,-4-2 0,-3 1-305,-1-2 0,-1 3 0,-3-4 1,-4 0-1,-5 1 0,-2-1 1,-3 2-1,0-2 0,2 0 1,3-3-1,5-2-6810,3 0 7212,0-6 0,5 4 0,0-4 0</inkml:trace>
  <inkml:trace contextRef="#ctx0" brushRef="#br0" timeOffset="2">31807 14399 7569,'-12'0'658,"4"0"0,-1 0 0,1 2 0,1 2 0,3 4 0,3 3 0,1 3 0,0 1 1,1 1-62,3 0 1,2-3-1,3-2 1,0-1 0,0-3-1,2-2 1,2 0 0,-1-1-1,1 0 1,-1-3 0,-1-4-644,-3-5 1,3-3 0,-4-3 0,0-1 0,-1-3 0,-2 0 0,1-1 0,1 1 0,1-1 0,-2 1 0,1 0 0,-2 4 0,1 5-849,4 4 0,-2 0 1,1 1-1,1 1 0,2 2 1,0 2-1,-1 2 0,-2 2 1,1 2-1,-1 2 0,-1-1 730,-2 0 0,-1 0 0,-4 5 0,0-1 0,0 2 1,0 1-1,0 2 0,-1-2 0,-2-1 0,-2-3 1,-1-2 1208,1-1 0,1-6 0,4-2-592,0-7 1,4-4 0,1-1 0,2-1 0,3 1 0,0-1-1,-1 1 1,-1 0 0,2-1 0,1 2 0,2 3-252,-1 4 0,0 2 0,1 2 0,-1 2 1,1 2-1,-2 4 0,-2 3 0,-2 2 1,-1-1-1,-2 0 0,0 1-1211,0-1 1,4 1-1,-2-1 1,1 0-1,2-1 1,2-2 1008,2-5 0,-1-3 0,1-1 0</inkml:trace>
  <inkml:trace contextRef="#ctx0" brushRef="#br0" timeOffset="3">32403 14225 7569,'-7'-1'746,"1"-2"0,2 1 1,-1 3-1,-1 7 1,1 6-1,2 4 0,2 1 1,-1 3-1,-1 2-530,-1 1 1,0-1 0,4 1-1,0-1 1,0-2 0,0-2-1,0 1 1,2 0 0,0-2-1,4-1 1,-1-2 0,1 1-10048,-3-1 9766,4-5 0,-1 0 0,7-4 0</inkml:trace>
  <inkml:trace contextRef="#ctx0" brushRef="#br0" timeOffset="4">32676 14387 7569,'-13'4'439,"1"1"1,0 1 0,-1 1-1,2 0 1,1 2 0,4 2 0,0 3-1,2 1 1,0 2 95,0-2 0,0 3 0,4 0 1,0 0-1,0 0 0,0-3 1,0-1-1,0-2 0,0 0 1,1 1-1536,3-1 0,-1-5 0,4-4 1,0-6-1,-2-5 0,2-5 1000,0-3 0,1-9 0,5-7 0</inkml:trace>
  <inkml:trace contextRef="#ctx0" brushRef="#br0" timeOffset="5">32713 14250 7569,'-12'-12'753,"-1"-1"1,2 5-1,1 1 1,4 0-1,0 1 1,5-3-992,3 2 1,1 2 0,5 6 0,2 3 0,1 3 0,0 2 0,-1-3-1,-3 1 1,0 0 0,-2 3-276,1 1 1,-2-3 0,-4 0-1,0 2 1,0 1 992,0 2 0,0-1 1,0 0-1,0 1 1,0-1-1,0 1 1,0-1-1,0 2 1,0 1-1,0 3 1,-2 0-1,0 1 23,-2 0 0,-1-2 1,5 2-1,0-1 1,0-3-1,0-1 1,0-2-1,0 1 1,0-1-1,0 1 0,0-1-597,0 0 0,0-3 0,0-4 0,0-3 10,0-8 1,2-4 0,1-2 0,2 0 0,2-1 0,3 1 0,1 1-1,1 1 1,-1 2 0,-1 0 0,-2-1 0,2 1-904,1-2 0,1 5 976,0 1 0,-5 8 0,-3 4 0,-2 3 0,-2 2 0,0-1 0,0 0 0,0 1 0,0-1 226,0 1 0,0-1 1,1-1-1,3-3 1,5-4-1,2-2 1,1-4-1,0 0 1,1-4-284,-1-1 1,1-1 0,-2-4 0,-2-1 0,-2 1 0,-1-1 0,-3 1 0,-2 0-1,-1-1 1,0 1 0,0-1-103,0 1 1,-6 5-1,-2 3 1,-3 3 0,0 2-1,1 3 1,4 4 0,0 3-1,3 2 14,2-1-62,1 1 0,1-1 1,2 0-1,3 1 0,0-2 1,4-3-1,1-2 0,1-2 1,1 0-1,1-1 0,2-3-4141,5-5 4249,-3 4 1,5-10 0,-3 1 0,0-3 0,0-5 0,-3 0 0,-1-1-1,-3-1 1,0-2 0,-2 0 0,-2 0 0,-2 1 341,-1-1 0,-2 4 0,-4 2 0,0 2 0,-1 3 1,-4 3-1,-3 4 0,-3 2 0,-3 4 0,-1 2 1,-1 4-1,1 4 0,2 5 453,5 4 1,-2-2 0,6 2 0,1-1 0,2 0 0,1-2 0,1-2-1,3 1 1,3-2 0,2-3 0,-1-2-806,2-2 1,1-5-1,1 1 1,0-3 0,1-2-1,-1-3 1,-1-4-1,-1-2 1,-3 0 0,-2 2-94,-2-2 1,-2 6-1,-1 4 1,0 7 0,0 4-1,0 2 1,0-1 230,0 0 0,0 1 1,2-2-1,1-2 1,2 0-1,2-1 1,3-1-1,2-3 1,3-4 72,2-4 1,1-3 0,-3-5-1,1 1 1,-1 1 0,-1 3 0,-3 0-1,-1 2 2,-2-1 0,-5 3 1,1 9-1,-3 5 1,-1 7-1,0 4 1,2 4-1,2 0 1,3 0-1,1-1 1,-1 0-1,-1 0 188,-4 0 0,0-1 0,-2 0 0,-2-2 0,-2-3 0,-5-1 0,-8-1 0,-8-2 0,-7-1 0,-3-5 0,-3-2 0,1-4-436,0-2 1,5-1 0,3 0 0,5-1 0,3-3 0,3-5 0,1-2 0,-2-1 154,-4 0 0,-5-1 0,-9 1 0</inkml:trace>
  <inkml:trace contextRef="#ctx0" brushRef="#br0" timeOffset="6">31820 15193 7678,'-8'-13'1361,"-1"2"0,1 5 0,1 6-717,3 6 1,3 7-1,1 3 1,1 5-1,3 1 1,3 0 0,1-3-1,1 1 1,0-2-1,2 0 1,3-5 0,0-2-1,0-4-489,-3-1 0,-2-2 1,4-4-1,-1-1 1,-1-4-1,-1-4 1,-3-5-1,-1-4 1,0-1-1,0-3 1,-2 0-782,1 1 1,-2-1-1,4 5 1,0 2-1,-2 1 1,2 3-1,0 3 1,3 4 625,1 3 0,7 6 0,1 2 0</inkml:trace>
  <inkml:trace contextRef="#ctx0" brushRef="#br0" timeOffset="7">32204 15205 7569,'-12'0'569,"0"0"1,-1 0 0,1 2 0,-1 2 0,1 4 0,-2 3 0,0 1 0,1 1 0,3-1-153,3 1 0,3-1 1,4 0-1,0 1 0,1-1 1,3-1-1,3-1 1,2-3-1,-1-2 0,1-2 1,3-1-1,-1-4-256,-3-2-16,3-3 0,-6-5 1,4-1-1,-4 1 1,-1-1-1,0 1 1,-1 0-1,-1-1 1063,-2 1-1467,0 5 0,0 3 0,0 8 0,1 4 0,3 3 1,4 2-1,3-1 0,2 0 0,-1 1 0,2-2 0,1-1-456,2-2 1,1-5 0,-3 1-1,3-3 1,0-2 0,-1-3 0,-1-5-1,-4-2 1,-2-1 0,-3-1 0,-2 0-1,-2-2 655,-2-2 0,-1-4 0,0 3 1,0-1-1,0-3 0,0-1 1,-1-2-1,-2 1 0,-1 2 0,1 3 1,2 1 800,1 3 1,-2 7 0,-2 5-1,-3 6 1,-1 6 0,1 7-1,2 4 1,2 4 0,2 0 0,1 0-1,0-1-461,0 2 1,1-7 0,2 5 0,2-2 0,2-3 0,3 0 0,1-4 0,0-3 0,-1-4 0,-2-2 0,1-2 0,2-2-2248,2-1 1,-1 0 0,1-1 0,-1-3 0,0-4 1955,1-4 0,-1 0 0,1 0 0</inkml:trace>
  <inkml:trace contextRef="#ctx0" brushRef="#br0" timeOffset="8">32564 15230 9450,'-4'-5'0,"0"5"0,1 6 0,2 5 755,1 2 1,0-1 0,1 1 0,3-2 0,3-2-1,1-2 1,1-1-404,0-3 0,2-3 0,0-5 0,-1-2 0,-3-2 0,0-2 0,0-3 1,1 0-1,-1-1 0,-2 0 0,-1-3 0,2 0 0,0 0-1751,-1 3 94,-1 1 0,0 6 0,2 1 1,1 2-1,1 3 1305,-1 5 0,9 9 0,-2 8 0</inkml:trace>
  <inkml:trace contextRef="#ctx0" brushRef="#br0" timeOffset="9">32775 15218 7569,'-7'12'415,"4"-1"0,6-3 0,5-3 0,5-4 1,2-2-1,1-2 140,0-1 1,2-9-1,-2 2 1,-1-1-1,-2-3 1,-4 1 0,0 0-1,-1 2 1,0-2-1,-1-1 1,-1-2 1312,-4 2-1981,-6 7 1,-3 2-1,-7 6 1,-1 2-1,-3 2 1,0 4-1,1 4 1,1 4 0,4 0-1,4-1 1,4 0-406,2 2 1,2-3 0,0 2 0,0-2 0,2-3-1,2-1 1,4-3 0,3-2 0,1-2 0,2-2 517,3-1 0,2-5 0,6-2 0</inkml:trace>
  <inkml:trace contextRef="#ctx0" brushRef="#br0" timeOffset="10">33184 15069 7569,'11'-17'515,"-2"1"1,-8 2 0,-6 4 0,-8 6 0,-2 4 0,-2 4 0,1 3 8,1 0 0,5 4 1,3-1-1,2 4 0,2 2 1,2 1-1,1 1 0,0 2 1,0 4-1,0 0 1,0 1-1,0-1-236,0-4 1,0 7-1,0-5 1,0-2-1,0 0 1,0-5 0,0-1-1,-2-3 1,-2-3-869,-4-4 1,-3-8 0,0-4 0,2-5 0,4-3 0,-1-4 579,-2 1 0,-3-10 0,-1 3 0</inkml:trace>
  <inkml:trace contextRef="#ctx0" brushRef="#br0" timeOffset="11">20010 6052 7569,'0'-13'195,"0"-4"0,0 2 0,0-6 0,0-1 0,1 0 0,3 0 0,3 3 0,2-1 0,-3 3 0,1-1 0,-1 2 0,-1 5 0,-2 7 0,-2 10 508,-1 8 0,0 5 1,-1 7-1,-2 3 1,-1 4-1,1 3 1,2 1-1,1-1 0,0-2 1,0-1-1,0 1 1,0-3-745,0-2 0,0 2 0,0-4 0,0-2 0,0-4 1,0-2-1,0-1 0,0 0 0,0-3 0,0-1 0,0-1 1,0 3-1,0 0-2543,0-1 0,0-1 1,0-2 2583,0 1 0,-5-6 0,-2-2 0</inkml:trace>
  <inkml:trace contextRef="#ctx0" brushRef="#br0" timeOffset="12">19873 6462 7569,'-8'0'153,"0"-2"0,-2-1 0,-1-2 0,-1-1 0,-1 1 0,1 1 0,0 0 1,-1 0 485,1 1 0,6 1 0,6 2 0,9 0 1,6 0-1,5 0 0,5-1 0,4-2 0,3-1 1435,0 1-2196,9 2 0,-8 1 1,8 0-1,-2 0 0,-3 0 1,-2-1-1,-1-2 1,0-1-1,-1 1 0,-3 2 1,-3 1-1,-2 0-902,-4 0 1,-2-5-1,-7 0 1,-4-1-1,-7 1 761,-7 2 1,-4 2 0,-1 1 0,-1 0 0,2 1 0,2 2 1549,0 1 0,5 0-1252,-4-4 1,4 2 0,-3 2 0,2 4-2924,2 3 2464,1 1 0,-3 1 424,-3-1 0,-9 1 0,-2-1 0</inkml:trace>
  <inkml:trace contextRef="#ctx0" brushRef="#br0" timeOffset="13">19948 6536 7569,'-15'0'443,"4"-1"1,4-3 0,5-3 0,7-2 0,6 2 0,4 2 0,1 2 213,2 2 0,-4 2 0,2 2 1,-3 2-1,-3 1 0,-2 1 1,1-2-1,2 2 0,2 0-642,-1 3 0,-1 1 0,-1 0 1,-3-1-1,-2-2 0,-2 1-760,-1 2 1,-4-4 0,-2-4 905,-4-6 1,2-4 0,2-5 0,4 1 0,3 1 12,1 2 1,1 5-1,0-2 1,3 1-1,2-2 1,-1 1 0,-1-2-1,2 0 1,1-1-1,0-1-52,-3 1 1,3 0 0,-4-5 0,0 1 0,-1 0 0,-1-1 0,2 1 0,1 1 0,-1 1 0,0 3-1965,0 2 0,-4-1 0,1 5 1842,-3 1 0,-12 3 0,-2 9 0</inkml:trace>
  <inkml:trace contextRef="#ctx0" brushRef="#br0" timeOffset="14">19476 5705 7569,'0'-8'219,"0"0"0,0 3 0,0 0 0,0 4 0,0 6 0,0 5 0,0 2 0,0 0 0,0 1 275,0-1 0,0 1 0,-1-1 0,-3 0 1,-4 1-1,-2-1 0,0-1-194,2-2-325,5 2 1,-2-11 0,5 0 0,1-7 0,2-4-1,2-3 1,1-1 0,1-3 74,0-1 1,0-2 0,2-3 0,0 2 0,0 3 0,2 1 0,2 2 0,-1-1-1,0 1 1,1 0 0,-1 4 0,1 2-18,-1 2 1,0 5 0,0 1 0,-4 4 0,-4 7 0,-3 2 0,-1 1-18,0 0 0,-1-1 1,-2-1-1,-1-2 1,3 1-1,3-2 1,7-3-1,2-3-162,1-1 0,1-4 1,-1-2-1,0 0 0,1-3 1,-1 1 383,1 0 1,-5 5-16,0-1 0,-5 8 0,1 4 0,-1 3 0,-1 2 0,3-1 0,-3 0 748,0 1-1118,-2-6 0,0 4 0,0-3 1,0 3-1,0 1 0,0 1 0,0-1 1,0 1-2312,0-1 1,5-1 1884,4-3 1,2 2 0,1-6 572,0-1 0,6 4 0,2 0 0</inkml:trace>
  <inkml:trace contextRef="#ctx0" brushRef="#br0" timeOffset="15">20072 5569 6852,'7'-2'254,"-3"-2"0,-1 3 0,-1-5 676,3 1-818,-1 3 0,-6-7 0,-2 5 0,-4 1 0,-3 1 1,-2 2-1,2 2 75,3 2 0,-3-3 0,3 5 0,-3-2 0,-2 0 1,2 0-1,2 0 0,2 2-38,1 1 1,1-4-1,2 2 1,-1 1-1,1 2-69,2 3 1,1-3-1,1-1 1,3 0 0,5-2-1,2 1 1,1-3 0,0-2-32,1-1 1,-1 0 0,1 0 0,-1 0 0,-1-1 0,-1-2-1,-3-3 0,-2 0 1,3-3 0,-3-3 0,-1-1 0,0 1 0,0 0 0,-3 1-1,-3 1-144,-7 2 0,-2 1 0,-1-3 1,-1 3-1,1 2 0,0 2 1,-1 3-1,1 4 0,-1 4 0,1 3-638,0 2 1,-1 1 0,2 1 0,3 3 0,4 0-1,2 0 733,2-3 0,6 4 0,1 0 0</inkml:trace>
  <inkml:trace contextRef="#ctx0" brushRef="#br0" timeOffset="16">20357 5631 7044,'0'-13'236,"-1"6"0,-3 3 1,-6 3-1,-4 1 1,-2 1-1,1 3 0,1 5 1,1 2-1,1 2 1,0 3-10,-1 0 0,6 1 0,3-5 0,3 0 0,1 1 0,3-1 0,3 1 1,7-2-1,2-3 0,3-4 0,1-3 0,2-1-589,0 0 0,-2-5 370,2-3 0,-4-7 1,-4-3-1,-1-2 0,1 0 0,-2-1 1,-2 0-1,-2-1 0,0-1 1,-1-2-1,-1 0 241,-2 0 1,-2 2 0,-1 1 0,0 3 0,-1 1 0,-3 4 0,-5 4 0,-2 6-1,-1 4 1,0 4 446,-1 5 0,1 6-766,-1 1 0,5 6 0,1-2 1,2 0-1,2 1 0,2 1 0,1 0 1,0-1-1,1-3 0,2-2 1,2 2-1,2 0-562,3 0 1,1-2 0,1-3 0,-1-1 0,-1 1 0,-2-2 0,0-2 0,1-2 0,-2 0 0,0-1 590,-1-1 1,-1-1-1,3-4 1,0-1-1,0-2 1,1-2-1,0-2 1,2-3 0,2-1 1377,-1-1 1,1-1-1204,-1 1 1,4-1-1,1 1 1,0-2-1,-1-1 1,1-3-1,-2 0 1,-1 0-1,-3 3 1,-3 1 897,-4 2-927,-3 5 0,-8 2 0,-5 6 0,-7 5 1,-5 6-1,0 7 0,-1 5 0,1 0 0,4 3 1,3 0-1,5 2-42,3-1 0,4-6 0,5-3 0,1-1 0,5-3 0,5-2 0,5-5 0,4-4 0,2-3 0,1-1 0,2 0 0,0 0-5144,0 0 4912,-1 0 169,1-5 0,6-2 0,0-5 0</inkml:trace>
  <inkml:trace contextRef="#ctx0" brushRef="#br0" timeOffset="17">23880 9153 7569,'0'-19'426,"0"2"0,0 10 1,0 9-1,0 7 1,0 9-1,0 6 1,0 6-1,0 4 0,0 2 1,0-1-1,0-2 1,0 1-1,0 1 1,0-2-678,0-4 0,0-3 0,0-1 0,2-1 0,0 1 0,4 0 1,1-2-1,1-1 251,-1-1 0,4 0 0,-4 4 0</inkml:trace>
  <inkml:trace contextRef="#ctx0" brushRef="#br0" timeOffset="18">23669 9798 7715,'-12'-2'364,"0"-2"0,1-3 1,2-5-1,5 0 1,3-1-1,1 1 1,3 1-1,3 1 0,8 3 1,3 0-1,2 2-191,0-1 1,2 2-1,4 3 1,1-2-1,2-1 1,-1 1-1,-2 2 1,-3 1-1,0 1 1,0 2-1,0 1 1,-1-1-1,0-2-1165,-2-1 0,3 0 0,-4 0 0,0 0 0,0 0 992,-3 0 0,-1 0 0,-2 0 0</inkml:trace>
  <inkml:trace contextRef="#ctx0" brushRef="#br0" timeOffset="19">23818 9785 7569,'-11'-1'817,"2"-2"0,2-2 0,3 1 0,5 2 1,6 6-409,4 2 0,1 5 0,-1-3 1,-1 5-1,-2 2 0,1 1 1,-1-1-1,-1-1 0,0-1 1,-2-1-1,2 0 0,0 1-60,3-1-511,-5 1 0,6-1 0,-3-1 0,2-1 1,0-3 299,-2-2 0,-4-2 0,3-7 0,-2-6 0,-2-5 0,-1-6 0,-1-2 0,2-2 1,2-1-1,2-2 0,1-1 0,1 2-532,-1 1 0,0 1 1,5 1-1,0 4 0,3 3 1,0 3-1,-1 3 0,-1 2 1,-2 2 393,1 1 0,-1 2 0,1 4 0</inkml:trace>
  <inkml:trace contextRef="#ctx0" brushRef="#br0" timeOffset="20">23645 8582 7569,'0'-9'294,"-2"6"1,0 11 0,-3 10 0,3 6 0,-1 2 0,0 3 0,-1 4-46,1 3 1,-2-5 0,1-2 0,1-3 0,1-1 0,1 0 0,-2-1 0,-1-4 0,1-3 0,2-4-294,1 0 1,-1-8-1,-2-5 1,-1-6 0,1-7-1,2-3 1,1-5 0,0-3-1,0-2 1,1-1-1,3-4 4,4 0 1,3 2 0,2-3 0,-1 2 0,2 2 0,3 2 0,2 3 0,2 1 0,-2 4 0,-1 2-1,-3 7 1,-1 2 138,-2 4 1,-1 5-1,-1 4 1,-3 7 0,-2 2-1,-2 2 1,-3 0 0,-3 1-1,-1 2 1,0-2 0,0 0-71,0-3 1,0-2 0,4 0 0,1-2 0,3-3 0,4-4 31,3-2 1,2-6-1,-1-2 1,1 0 0,-1 1-1,0 2 0,1 2 0,-1 5 0,-1 1 1,-1 1-1,-3 1 0,0-2 1,-2 2-1,2 0 0,0 3 0,1 1-23,-1 1 0,3-3 0,-5-1 0,1 1 0,1 2 1,-2 2-1,1-1 0,-2-1 0,0-1-37,0-2 1,2-5 0,-2 1 0,4-4 0,3-3 0,1-2 0,1-2 0,1-1-140,2 1 1,-2-4 97,2 2 0,-2-2 1,-1 0-1,-1 2 1,0 1-1,0-2 1,-3-1-1,-1-2 1,1 1 127,-2 0-106,4-1 0,-9-3 0,5-1 0,-1 2 0,-2 1 0,0 2 1,-1 1-1,-5 4-14,-4 7 1,-10 5-1,0 9 1,-1 1 0,1 3-1,-1 0 1,1 1-1,-1-1 1,2 0 0,3-3-1,3-1 1,4-1-145,2-1 0,2 0 0,2-1 0,5-1 0,5-3 0,5-1 1,5-2-1,4 0 0,4 0 0,1-1 0,2-3-1782,-1-4 1743,-3 2 1,2-7-1,-6 3 1,-2-1-1,-2-3 1,1-1-1,-2-1 1,-2 0-1,-3-2 1,-3-1-1,-2-2 63,0 2 350,-7-4 0,2 5 0,-8-1 0,-4 4 0,-4 4 0,-4 1 0,-1 5 0,-3 4 0,-2 5 0,0 3 2680,1 1-2733,4 1 1,4-1 0,2 1 0,3-1 0,5 0 0,6-1-1,7-1 1,5-3 0,5-1 0,4-4 210,1 0-424,5-2 0,-4 0 0,3-2 0,-3 0 1,-2-4-1,-4 1 0,-3-2 0,-3 1 0,-3-1 1,-2 2-330,0-1 392,-7-3 1,3 9-1,-10 0-64,-3 6 0,3 5 1,2 2-1,6-2 0,5-3-108,3-4 0,-4-1 1,-2 0-1,1 1 1,1 0-1,1 0 321,0 0 0,-4 0 92,5-4 1,-7-1 0,4-3 0,-2-4 0,2-3 0,-1-2 0,2 1 104,0-1 1,-4 5 0,2 1 0,1 2 0,3 2-1,5 2 1,4 1 0,1 0 0,3 0 0,2 0 0,1 0-434,-1 0 1,0 1 0,-3 2-1,-5 1 1,-2 0 0,-3 2 0,-3 2-1,-2 3 1,-2 1 0,0 2 0,-1 1-1,-3 3-2231,-4 1 1,2 1 0,-2 2 2322,3-2 0,-5-4 0,-1 1 0</inkml:trace>
  <inkml:trace contextRef="#ctx0" brushRef="#br0" timeOffset="21">17541 13990 7490,'0'-13'248,"-1"7"1,-2 0 0,0 1 0,5-4 0,3-2 0,3 0 0,-1 2 0,0 0 0,-1 0 516,-1-2 1,-1 2-1,-4 1 1,2 0-1,1 2 1,1 6-1,-2 7 1725,0 4-2364,-8 2 1,4 0 0,-7 3 0,0 0 0,-2-1 0,-2-1 0,2 0 0,2 1-1,0 2 1,0-2 0,-2-2-96,-2 0 0,5-1 1,0 1-1,-2-1 1,-1 0-1,-1 1 1,1-1-1,1 1 1,2-2-1,-2-2 1,0 0-1,1-1-35,0-1 0,5 4 1,-3-3-1,2 3 1,2 1-1,2 1 1,1-1-1,0 1 1,0-1-1,0 1 0,0-1 1,0 0 81,0 1 1,1-1 0,2 1 0,2-1 0,2 0-1,3-1 1,0-1 0,-1-3 0,-1-2 0,2-2 0,1-1-452,2-2 0,0 0 0,2 0 0,3 0 0,2 0 0,0 0 0,1 0 0,-2 0 0,-1 0 0,-3 0 0,-1 0-76,-1 0 0,-1 0 1,0 0-1,1 0 1,-1 0-1,1 0 1,-1 0-1,0 0 1,2 0-1,1-2 163,2-2 1,4 1-1,-5-4 1,-1 2 0,-1 2 500,-1 2 0,-7 2 1,-1 3-216,-4 5 0,-1 2 0,0 1 0</inkml:trace>
  <inkml:trace contextRef="#ctx0" brushRef="#br0" timeOffset="22">18385 13878 7569,'0'-12'496,"1"-1"1,2 1-1,2 1 1,4 1-1,3 3 1,5 2 0,2 2-1,2 2 1,-1 2-1,1 3 4434,1 5-4585,-4 7 0,0-1 0,-6 6 0,-1 1 0,-1 1 0,-3 2 0,-2 1 1,-1 2-1,1 1 0,-1-2 0,0 0 0,0-3-441,0 1 1,0 0 0,-4 0 0,0 0 0,0-1 0,0 0-1,-1-2 1,-3-3 0,-5-1 0,0-1 0,-1-2 0,3-1 0,0-3-4067,1 0 1,1-2 4161,-3 0 0,0 2 0,-5-4 0</inkml:trace>
  <inkml:trace contextRef="#ctx0" brushRef="#br0" timeOffset="23">17938 14188 7569,'-12'0'0,"-1"0"-411,1 0 0,0 0 503,-1 0 0,-3-1 0,-2-2 0,0-1 1,-2 1-1,3 2 0,-3 1 0,2 0 1,-1-1-1,0-2 0,-3-1 0,0-1 1,0 1-1,1 0 0,0 1 2392,2 2-1937,-5 1 0,11-4 0,-4 0 0,6 1-219,7 2 0,10 5 1,10 0-1,-1-1 0,0-2 1,2-1-1,4 1 0,3 2 1,7 1-1,5-1 1,6-2-247,7-1 0,-1 0 0,8 0 0,1 0 0,-2-1 0,0-2 1,-3-1-1,-2 1 0,-4 2 0,-6 0 0,-6-2 0,-6-1-799,-6 1 0,-4 2 0,-6 1 0,0 0 219,1 0 1,-8 0 0,-5 0 0,-7 0 0,-4 0-1,-1 0 1,-2 0 483,-2 0 1,2-2-1,-4 0 1,1-3 0,1 1-1,-1 0 1,-1-1-1,-2-1 1,-4-1 0,-1 2-1,1-2 1,-1 0 314,0-3 1,0 3-1,0-1 1,2-2-1,1-1 1,3-1-1,1 0 1,4-1-1,4 1 1,8 1 2305,4 3-2542,5 2 1,7 6-1,2 0 1,5 0-1,3 0 1,0 0-1,1 1 1,1 4-1,2 1 1,2 3-1,2-1 1,2 0 6,2-1 1,-3 0-1,-1-4 1,-2 2-1,-3 2 1,-5 3 0,-6 1-1,-3 1 1,-5 1-1,-4-1 1,-3 0 6,-1 1 0,0-1 0,0 1 0,-1-1 1,-5 2-1,-6 1 0,-9 2 0,-6-1 1,-8 1-1,-3 1 0,-4-1 0,2 1-1214,2-2 0,2-3 0,4-2 0,8-1 0,6-3 1135,4-2 0,12 0 0,4-5 0</inkml:trace>
  <inkml:trace contextRef="#ctx0" brushRef="#br0" timeOffset="24">17541 14176 7569,'-12'0'129,"-1"0"0,1 0 1,0 0-1,-1 0 0,1 0 1,-1 1-1,1 2 0,0 1 1,1 0-1,1 0 407,2 1 1,5 0 0,0-2 0,6 1 0,5-1 0,3-1-1,2 1 1,0 1 0,2-1 0,2-2-241,-2-1 0,0 0 0,1 0 0,0 0 0,-1 0 0,-1 0 0,-2 0 0,1 0-801,-1 0 362,-5 0 0,-1-1 0,-8-3 1,-1-4-1,-2-2 221,-2 2 0,-1-3 0,-5 4 0,2-1 1,2 1-1,0 0 0,0 0 24,-2-3 1,0 3 0,1 1 0,3 1 0,0 5 0,0 5 0,-2 1 0,-4 4 0,-2 1-176,-1 1 0,-5 5 0,4 0 1,1-2-1,1-2 0,1 0 1,4-1-1,3 1 0,5-1 1,0 1-1,5-1 0,4 0 73,5 1 0,15-1 0,-1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28T11:40:15.73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20224 14008 7533,'7'-8'2248,"-1"-3"-1528,-6 10-360,0-5-180,0 6 359,6-6 1,1 4-360,0-4 180,4 6 0,-9-5 449,15 3-629,-8-4 0,10 6 450,-1 0-271,-3 0-179,4 0 0,-6 0 0,-6 0 0,5 0-270,-5 12 180,0-3 90,-1 10-90,-6-6 270,-6 5-91,4-3-89,-9 3-90,10-4 180,-11-1-360,5 0 0,-6 0 0,0 0 0,0-6 0,0 4-629,0-9 89,0 9 450,6-9-1169,-5 3 0,5-5 989,-1 6-1169,-3-4 90,9 3 719,-4-5 720,6 0 0,-5 6 0,-2 2 0</inkml:trace>
  <inkml:trace contextRef="#ctx0" brushRef="#br0" timeOffset="597">20549 14008 7533,'6'-8'-1619,"-5"3"2068,5-1 901,-6 5-361,0-11-809,0 10 0,0-4 0,0 6 899,0 0-899,-6 0 90,5 0 90,-11 0 359,-1 0-269,-2 6-270,-3 2 90,5 5-90,0-6 359,-12 16-89,4-7-360,-5 10 90,13-7 90,7-6-90,6 0 0,0-6-1,6-1-448,7-1 89,7-3 90,6 4-2339,12-1-1143,-10-3 2493,4 3 89,-7-5 631,-11 0 359,5 0 0,-6-5 0,0-2 0</inkml:trace>
  <inkml:trace contextRef="#ctx0" brushRef="#br0" timeOffset="1548">20731 14163 7533,'7'-7'0,"-2"1"0,-5 6-720,0 0 2339,0-5-719,0 3 449,0-3-1169,0 5 899,0 5-719,0 8 629,0 13-719,-5 2-180,4-2-809,-5-8 359,6-10 180,6 3-1349,1-3 180,6-1-630,6-1 1979,-5-6 0,11 0 0,-5 0 0</inkml:trace>
  <inkml:trace contextRef="#ctx0" brushRef="#br0" timeOffset="2685">20133 13709 6903,'-8'0'2069,"2"0"-1709,6 0 449,0 0 1,6 5 179,7-3-719,2 4 90,3-6-90,7 0-270,3 0 359,11 0-179,-6 0-899,-1 0 1079,0 0-450,1 0 0,-6 0 0,-2 0-1080,-6 0 541,-10 0 359,8 0-1529,-10 5 540,6-3 809,0 3 90,6-5 0,1 0-179,11 0 539,-9 0 0,3-5 0,-12-2 0</inkml:trace>
  <inkml:trace contextRef="#ctx0" brushRef="#br0" timeOffset="3887">20705 13968 7533,'7'0'-90,"-1"0"1079,-6 0 91,0 0-811,0-5-269,0 3 360,0-4 90,0 6-2699,-6 0 2249,5 0 0,-5 0 0,6 0 0</inkml:trace>
  <inkml:trace contextRef="#ctx0" brushRef="#br0" timeOffset="79131">21407 13800 7623,'0'-8'1979,"0"3"-1530,-5 5 451,3 0-91,-3-6 271,5 4-451,0-4-179,0 6 360,0 0 899,0 6-900,0 1-269,0 7 179,0 4-539,0-3 0,0 3 180,0 1 180,0 19-360,0-14-540,0 24-810,0-32 181,0 9 809,0-13-449,5 1-1710,-3-5 90,9-3 360,-4-5 1889,6 0 0,0 0 0,1 0 0</inkml:trace>
  <inkml:trace contextRef="#ctx0" brushRef="#br0" timeOffset="79895">21551 13813 7533,'5'-21'1799,"3"2"899,22-5-2338,-13 14 0,13-13 0,-16 21-181,-7-3 1,4 5-90,-4 0 270,6 0-180,0 5-270,-5-3 90,-3 9 0,1-4 180,-4 6-360,4 12-90,-6-9 270,0 9-90,-6-1 0,4-8-180,-15 20 91,14-20-1,-9 9 90,1-7 90,8-3 270,-14 4-91,15-6 1,-4-6 1170,6 4-1,0-3 989,12 10-1978,14-3-180,-3-2-1349,19-8-900,-26-5-1979,20 0 1800,-20 0 2248,8 0 0,-11 0 0,0 0 0</inkml:trace>
  <inkml:trace contextRef="#ctx0" brushRef="#br0" timeOffset="81514">22071 13760 5914,'-8'0'0,"2"0"809,6 0-539,-5 0-90,3 0-90,-3 0 0,5 0 0,0 0 1169,-6 0-809,4 0-180,-9 0 899,9 0-809,-3 0 449,5 0 2699,0 0-2968,5 6-360,3 1 270,4 6-3752,2 1 3302,-1-1-484,0 0 574,0-1 360,11 19-91,-8-2-269,3 4 90,-13-3 0,-6-15-360,0 9 180,0-9-90,-6 3 90,4-5 90,-9-5-449,3-3 3242,-4 1-2973,-7 2-630,4-1 361,-3-1 179,5-6 992,-1 6-1172,2-5 270,-2 5-3778,7-6 2429,-5 0 630,11-6 809,-5-1 0,12-6 0,1-1 0</inkml:trace>
  <inkml:trace contextRef="#ctx0" brushRef="#br0" timeOffset="81780">22031 13734 10411,'13'-5'2609,"7"-2"-2340,-6-1-89,5-3 900,-7 9-541,2-9 91,10 3-1979,-2 1 1349,10-5 360,0 5-3958,-11 0 2535,4 1 0,-18 6 0,-1 0 0</inkml:trace>
  <inkml:trace contextRef="#ctx0" brushRef="#br0" timeOffset="82823">22396 14125 7713,'0'-8'4857,"0"3"-2608,0 5-1620,0 0-449,6 0-4228,-5 0 4048,5 5 0,0-3 0,1 4 0</inkml:trace>
  <inkml:trace contextRef="#ctx0" brushRef="#br0" timeOffset="84012">22525 13734 7533,'-7'0'1889,"-4"0"-1530,9 0 271,-3-5-180,5 3-90,0-3 629,-6 5-629,5 0 90,-5 0 179,6 0 1980,0 0-2249,0-6 629,0 4-539,0-3-270,0 5 629,0 0-539,6 0-90,-5 0 180,16-6-180,-8 4-1,10-3 91,-6 5-180,12 0 90,-4 0-90,11 0-90,-12 0 0,4 0-180,-3 0 180,5 0-90,-6 0 90,10 0 90,-14 0-180,9 0 0,-12 0 180,6 0-270,-5 0 0,5 0 180,-12 0 0,5 0 90,-11 0 90,16 0-90,-8 0-90,10 0 0,-12 0 0,5 0 0,-11 0-90,5 0 90,0 0 90,-5 0-360,5 0 91,-6 0-91,0 0 180,0 5 90,0 3 0,0-1 0,0 4 180,0-4 0,-6 12-180,5-4 179,-11 9 1,11-3 0,-5 4-180,0-4 90,5 9-90,-5-14-90,6 9 90,0-13-450,0 7 181,0-4 179,0 4 0,-6-6-450,4 0 360,-4-6 0,6 4 0,0-4-1079,0 6 539,0-5 181,0 3-2160,-5-3 2070,4-1 269,-5-1-270,6 0 630,0-5 0,-6 10 0,-1-3 0</inkml:trace>
  <inkml:trace contextRef="#ctx0" brushRef="#br0" timeOffset="84728">22837 13904 5914,'-6'0'3508,"0"0"-3239,6 0 721,-6 0-540,-1 0-1,0 0-89,1 5-90,6-3 0,0 4 270,0-6 3147,0 0-2877,6 0-450,1 0 0,6 0-181,0 0-179,5-6 180,-3 4 90,10-3-450,-11 5 270,11 0-270,0-6 180,-2 5 0,1-5 180,-11 6-180,0 0 90,-6 0-90,5 0-1439,-5 0 630,0 0 269,5 0 270,-5 0-1799,0 0 180,10 0 1439,-14 0-1618,15 0 1618,-17 0-1079,11 0 1529,-11 0 0,5-6 0,-6-1 0</inkml:trace>
  <inkml:trace contextRef="#ctx0" brushRef="#br0" timeOffset="99555">24801 13891 6903,'0'-7'-180,"0"-5"360,0 5-90,0-1 270,0-3-270,0 9 270,0-9-1,6 9 1,-4-9-270,4 9 360,-6-9-90,0 9 179,0-9 1,0 3 0,0-5-181,0 6 1,0-4 90,6 9-90,-5-4 0,5 1-1,-6 3 181,0-4-540,0 6 810,0 0-630,0 6-1,0 1 91,0 12-90,0-4 90,0 4-90,0 11 0,0-13 0,0 19 0,0-21-270,0 9 0,0-9 90,0 9 449,0 8-538,-6-9-901,5 7-719,-5-5 1169,6-9-89,-6 14-541,4-15 451,-4 3 269,6-5 180,-5-5-1079,3 3 629,-3-9 271,5 10-451,0-11 900,0 10 0,0-9 0,0 4 0</inkml:trace>
  <inkml:trace contextRef="#ctx0" brushRef="#br0" timeOffset="99998">25075 13825 7533,'-7'6'1799,"-11"1"-1619,15 6 89,-20 12-89,20-15-270,-14 25 360,10-25-450,-6 14 90,6-10 0,1-7 90,0 5 0,4-5 0,-4 0 90,6-1 0,-5-1-90,3-3 90,-3 9-90,5-9 90,0 4 270,11-6 90,10 0-360,6 0 0,-1 0-270,-7-6 0,0 4 270,-5-3-360,5 5 180,-6 0 0,11 0 90,-8 0 0,9 5-2249,-12-3 2249,-6 4 0,5-1 0,-5 2 0</inkml:trace>
  <inkml:trace contextRef="#ctx0" brushRef="#br0" timeOffset="100358">25192 13929 8072,'-13'13'1709,"0"0"-1259,6 1 180,-5 4-450,5 3-270,0 4 90,-5-4 90,10-8-90,-4-2-1439,1 2 1349,4 2-2159,-11 9 2249,11-9 0,-11 3 0,5-5 0</inkml:trace>
  <inkml:trace contextRef="#ctx0" brushRef="#br0" timeOffset="100805">25452 13787 7533,'-34'0'1979,"3"0"-1530,18 5-269,0 3 90,6-1 0,1 10 180,6-8-270,0 9 179,0 1-359,6-10 90,7 14-90,1-14-180,5 10 0,-6-1-89,0-3-1,0 9 270,-6-9-270,-1 4 180,-6-7-90,0 1-90,0 0 90,0 1 0,0-7-89,-6 5-1,5-11 270,-11 11-450,5-5-899,-6 6 899,6-6 90,1-1 360,6-6 0,-6 5 0,-1 2 0</inkml:trace>
  <inkml:trace contextRef="#ctx0" brushRef="#br0" timeOffset="101045">25335 13878 7533,'20'-21'1169,"-1"2"-809,-6 12 269,6-10-449,1 14 90,0-14-180,5 9 90,-11 1-90,5-5 90,-6 11 0,0-10-900,0 9 450,-6-4 180,5 6-1619,-5 0 1709,6 0 0,0 0 0,0 0 0</inkml:trace>
  <inkml:trace contextRef="#ctx0" brushRef="#br0" timeOffset="101408">25712 14176 8162,'-7'-7'2789,"1"1"-2160,6 6-1484,0 0 1,-6 0 0,-1 0-1</inkml:trace>
  <inkml:trace contextRef="#ctx0" brushRef="#br0" timeOffset="101927">26050 13722 7533,'0'-15'629,"0"4"-269,0 11-180,0 0 180,-12 0-180,9 0 0,-14 0 269,10 0-269,0 0 180,-4 5-180,9-3 0,-3 9 270,5-3-271,0-1-179,0 4 0,0-9 90,0 9 90,0-4-270,5 6 90,-3-5 270,9 9-360,-4-8 270,6 15-180,0-9 0,-6 4-90,5-1 180,-11-3-90,11 15-90,-10 3-1670,4-4 1760,-6-4 180,-12-8 0,3-8-180,-10 4-90,6-2 0,0-9 90,1 9 180,-2-3-180,1-1-2609,6 5 2339,-5-11-1169,11 5 2030,-11-6-591,11 0 0,-11-6 0,6-1 0</inkml:trace>
  <inkml:trace contextRef="#ctx0" brushRef="#br0" timeOffset="102274">25972 13760 7533,'-7'0'1799,"-5"0"-720,11-5-449,-5 3 179,6-4 1,6 1-1,7 3-269,13-9-360,-4 4 90,19-6-270,-17 5-1349,19 3 809,-16 5 270,-1 0-1979,-1 0 990,-5 0 270,6 0 989,6 0 0,-5-6 0,5-1 0</inkml:trace>
  <inkml:trace contextRef="#ctx0" brushRef="#br0" timeOffset="109343">28235 13787 8882,'0'-8'2608,"0"2"-2428,0 6 2429,0 0-1980,0 6-359,0-4-90,0 9 0,-6-3 0,5 5 270,-11 5 0,5 8-271,-6-4-269,1 3 180,4-12-449,-3 17 359,9-13-990,-4 14 540,0-24 181,5 4-1261,-5 2 721,6 2 269,0-2 270,0-2-899,0-3 90,12-1 1079,-9 5 0,20-11 0,-9 5 0</inkml:trace>
  <inkml:trace contextRef="#ctx0" brushRef="#br0" timeOffset="109852">28483 13734 7443,'-8'0'1349,"-4"6"-989,5-4 0,0 3 629,-4 1-719,4 1-90,-1 0 0,3 5 179,5-10 181,0 9-360,5-9 90,-3 9-90,9-9-90,-4 9 90,0-3 269,5 4-449,-5 1 180,1 1 0,3-1 0,-9 0-450,9 5 360,-9-3-450,4 15 270,-6-20-89,0 14 179,-6-17-360,4 0-90,-15 10 360,8-14-989,-10 14 449,12-15 270,-4 3 90,9 1 270,-9-4 0,9 3 0,-3-5 0</inkml:trace>
  <inkml:trace contextRef="#ctx0" brushRef="#br0" timeOffset="110128">28430 13787 7533,'13'-14'809,"-6"7"271,5 1-361,-5 6 1,6-5-270,1 3-91,-2-9 1,1 9-180,0-4-1079,12 1-1170,-4-2 1799,11-1 180,-12-3-90,0 9 180,-8-3 0,2-1 0,-1-1 0</inkml:trace>
  <inkml:trace contextRef="#ctx0" brushRef="#br0" timeOffset="110755">28781 13734 7533,'8'-7'2878,"3"2"-2338,-3 5 449,10-6-809,-3 4 450,9-3-540,-4 5 90,1 0-1,-8 0-358,4 0-1,-8 0 270,4 5-90,-8-3-180,-5 9 90,-5 2 90,-2-4 90,-12 14-180,4-14 450,-9 10-181,9-6 451,-4-6-450,6 4-270,6-9 180,1 9 0,6-9 0,0 3-360,0 1 270,0-4 90,0 9 0,6-9 0,-4 10-90,9-11-630,-4 11 181,6-11 89,0 10-270,1-3 540,10 10 360,-13-3-90,12 4-270,-22-6 1259,10 11-1079,-9-14 1169,-2 19-989,-2-26 0,-9 14 540,-14-9-630,8-1 179,-25 5-1348,26-11 629,-8 5-2338,5-6 1850,10 0 0,-2-6 0,11-1 0</inkml:trace>
  <inkml:trace contextRef="#ctx0" brushRef="#br0" timeOffset="111095">29224 14059 7533,'-14'0'4947,"2"0"-4497,6 0-91,5 6 1,-5-4-180,6 3 270,0-5-2369,0 0 0,0 0 0</inkml:trace>
  <inkml:trace contextRef="#ctx0" brushRef="#br0" timeOffset="112020">29562 13709 7353,'0'-28'-90,"0"9"1169,0 8-449,-6 9-270,4-4 1529,-9 1-1350,4 3-179,-6-9-180,0 9 0,6-4-90,-5 6 90,5 0 269,-7 0-538,2 0 268,5 0 91,-5 0-90,5 6-270,-6 1 270,0 6-450,5 0 90,-3 0 90,9 0-89,-3 1 358,5-1-269,0 5 180,5-3-180,3 3 90,5-5 0,11 6 0,-14-4 90,19 4 0,-26-7 0,14 1-90,-15-5 450,10 9-270,-5-8-90,6 10 0,-6-6-270,5 0 90,-5-1 90,0 1 90,-1-5 0,0 3 0,-5-3-450,5 5-360,-6 5 631,0-9-91,0 14 360,0-20-1,-6 8-89,-1-5-180,-1-4 270,-3 9-90,4-9-90,0 10 0,-5-11 90,5 5-180,0-6 270,1 6-270,0-5-90,4 5 0,-9-6 270,9 0-449,-3 0-91,-1 0 540,-1-6 0,0-1-180,-5 0 450,10-5-91,-9 5-269,10-7 270,-5-4-270,6 3 180,0-3-90,0 5-809,0 0 629,0 5-180,0-3-90,0 3 360,6-5-360,1 1 180,6-1 360,-6 5 90,4-3-180,-9 10-90,9-5 0,-9 0 0,9 5 90,-9-11-90,10 10 0,-5-9 719,0 3-629,5 1 180,-11-4-90,5 9 0,-6-9 0,6 9-90,-5-9-90,4 4 90,1-1 0,-4-3 90,4 3 179,-6-5-89,0 6-180,0 1-90,0 1 90,0 3 0,0-4 0,0 6 0,0-5-630,0 3 360,6-3 1,-5 5 269,5-6-90,-6 4-1440,0-3 631,0-1-1,0 4-1169,0-3 1979,-6 5 0,-1 0 0,-7 0 0</inkml:trace>
  <inkml:trace contextRef="#ctx0" brushRef="#br0" timeOffset="176311">23410 15737 7533,'14'-14'1439,"4"2"-450,-11 6-539,6 5-90,-6-5 90,5 6-181,-5 0 631,12 0-450,-5 0-270,-1 0-1,-1 6 181,-5-5-180,0 11 450,5-5-270,-10 0-91,9 5 181,-10-5-270,5 6 90,-6 5-270,0-3-3212,-11 15 3392,2-14-342,-10 9-108,0-18 180,-7 10 180,5-14 90,-21 20-2159,30-20 900,-17 15 539,28-17-1528,-11 5 4301,11-6-2773,-5 0-568,6 0 298,6 0 810,1 0 0,6-6 0,0-1 0</inkml:trace>
  <inkml:trace contextRef="#ctx0" brushRef="#br0" timeOffset="176823">23774 15724 6183,'0'-7'810,"0"1"-450,0 6 1889,0 0-1710,0-6-89,0 5-270,0-5 0,0 6 629,0 0-269,-6 0-360,5 0 360,-16 0-271,8 0-269,-4 0 180,-4 6 0,14-5-450,-20 11 360,14-5-90,-4 0 0,2 5 0,-3-5 270,6 6-90,-10 5 90,17-9 0,-5 9-90,6-11 0,6 0-91,1 5 91,12-11-90,1 5-629,6 0 269,0-5-1529,12 5 989,-15-6-2608,19 6 3418,-15-5 0,-5 11 0,-5-5 0</inkml:trace>
  <inkml:trace contextRef="#ctx0" brushRef="#br0" timeOffset="177699">23384 15516 9781,'13'-6'2159,"0"4"-1439,6-9-270,-5 9-271,11-3 1,-11 5-270,11 0 180,-5 0-90,6 0 270,0 0-1259,0 0 629,0 0-1619,24-6 1080,-19 4 899,6 0 0,-2-1 0,-8-3 0,14-1 0</inkml:trace>
  <inkml:trace contextRef="#ctx0" brushRef="#br0" timeOffset="180295">24321 15698 5914,'-8'0'0,"2"0"0,6 0 0,0 0 0,-5 0 0,3 0 0,-3 0 0,-1 0 0,4 0 0,-4 0 0,6 0-90,0 0 90,-5 0 0,3 0 180,-3 0-1,5 0-89,0 0-90,-6 0 270,4 0-270,-3 0 180,5 0 3328,0 0-2159,17-6-719,-1 4-270,10-9-270,-7 9 0,-6-3-990,5-1 361,3 5 539,-1-5-1889,-1 6 359,-6 0 991,-1 0 539,-4 0 0,3 0 0,-3 0 0</inkml:trace>
  <inkml:trace contextRef="#ctx0" brushRef="#br0" timeOffset="180633">24256 15828 7533,'-15'0'1439,"4"6"-809,11-5 899,5 5-1260,3-6 1441,16 0-1351,-8 0-269,9-6 270,-7 5-180,-9-5-990,8 6 451,-10 0 359,7 0-1889,-2-6 899,2 5 541,-1-5-91,5 6 90,-9 0 450,8 0 0,-9 0 0,5 0 0</inkml:trace>
  <inkml:trace contextRef="#ctx0" brushRef="#br0" timeOffset="213679">25166 15529 7533,'0'-22'3778,"-6"-1"-3419,5 21 1,-5-9 899,6 9-359,0-3-91,0 16-359,0-8-90,0 20 450,0-14-1,0 16-89,0-11-271,0 10-179,0-9 90,-6 9 0,5-9 90,-5 10-91,6 1-179,-6 13 0,5-10-180,-5 6 0,6-20-90,-6 27-90,4-23-1889,-4 23 1440,6-22-2969,0 0 2878,0-7-1618,6-7 1078,-4-6 541,10 0 179,-11 0 270,11 0 270,-5-6 0,6-1 0,-1-6 0</inkml:trace>
  <inkml:trace contextRef="#ctx0" brushRef="#br0" timeOffset="214157">25439 15502 7533,'-8'-7'0,"3"-4"1979,5 9-180,0-3-1440,0 5 1170,0 0-989,-6 0-360,5 5 0,-5 3 180,6 5-180,-6 0 89,5 0-269,-5 0 270,0 11-90,5-8-450,-11 9 270,11-12 90,-11 6 90,11-5-90,-5 10-989,6-15-1,-6 14 900,5-20 450,-5 15 0,6-17-1,0 5 91,0-6-450,0 0-90,6 0-270,7 0 180,1 0-449,11 0 179,0-6 180,-3 5-1169,20-5 1079,-24 6-810,12 0-89,-11 0-450,-5 0 720,5 0 899,-6 0 0,0 0 0,0 0 0</inkml:trace>
  <inkml:trace contextRef="#ctx0" brushRef="#br0" timeOffset="214475">25595 15555 13829,'0'24'3868,"0"-8"-3418,-6 14-91,5-15 1,-11 21-180,5-18 0,0 18-810,1-22 450,6 5 180,0-1 0,0-3-2248,0 4 1888,0 0-2249,0-5 1170,0-1 540,0-1-1170,0-5 990,0 0 359,6 4 720,-5-9 0,11 4 0,-5-6 0</inkml:trace>
  <inkml:trace contextRef="#ctx0" brushRef="#br0" timeOffset="-214712.73">25959 15451 7533,'-20'7'3957,"1"10"-3597,12-2-79,1 5 1248,0 5 223,5 1-1392,-11 1 899,11 22-1079,-5-18 360,6 23-360,0-25-900,0 15-719,0-23 360,0 10-1170,0-17 1080,0-1 359,0-2-1504,0-3 1235,0-1 1079,0-1 0,0 0 0,0 1 0</inkml:trace>
  <inkml:trace contextRef="#ctx0" brushRef="#br0" timeOffset="-214393.73">26115 15893 7533,'-7'0'7286,"1"0"-5577,6 0-1350,0 0-3597,0 5-90,0-3 3328,0 4 0,0-6 0,0 0 0</inkml:trace>
  <inkml:trace contextRef="#ctx0" brushRef="#br0" timeOffset="-213688.73">26713 15464 7533,'-5'-15'1619,"3"-2"-1439,-9 16 809,4-5-629,-6 6 0,5 0 179,-3 0 91,4 6-90,-12 1-270,4 11 269,-9 3-359,9-1 90,-21 22 0,13-6-511,7-7 0,0 0 421,-2 11-720,10-2 451,3-18-1,5 5-726,0-5 456,0 0 0,11 10 180,-2-14 0,4 9 90,4-12 90,-9 0-90,11-6 0,-6 5-179,6-11 269,-4 5 462,4-6-372,-6 0 1015,5-12-296,-3 4-179,-2-17 90,-7 11-361,-6-11 1,0 11-90,0-5-630,0 0 450,-6 10 0,-1-8 180,-12 10-90,4 0-1080,-9 1-629,9 6 270,-9 0-720,9 6 180,2 7 1799,7 1 0,6 5 0,0-7 0</inkml:trace>
  <inkml:trace contextRef="#ctx0" brushRef="#br0" timeOffset="-213229.73">27000 15490 7982,'0'-8'1530,"0"3"-271,-6 5-899,-1 5 449,-7 3-359,2 10-90,-7-3 0,-1 10 719,-12 6-719,10-2-1,-2 3-359,11 4 180,5-18 0,3 18-450,5-22 270,0 11-179,5 1 179,-3-5-180,9 10 90,-3-17-90,5 5 270,11-6-180,-8-6 0,9-1 90,-12-6 270,-6-6 629,4-7-719,-9-1 180,3-11-180,-5 17 90,0-10-1,0 5-89,0-1-899,0 0 449,0 3 180,0 10-899,-5-5 539,3 6 0,-15 0-899,9 0 179,-17 0-2338,10 6 2339,-3 1 1169,5 0 0,0 4 0,-1-4 0</inkml:trace>
  <inkml:trace contextRef="#ctx0" brushRef="#br0" timeOffset="-212646.73">26960 15165 7533,'-14'0'8095,"3"0"-7735,11 0-1800,0 0 1,5 0 0,3 0 0</inkml:trace>
  <inkml:trace contextRef="#ctx0" brushRef="#br0" timeOffset="-200422.73">1730 3516 7533,'0'-15'3598,"0"-2"-2609,0 10-629,0-1 1529,-6-3-630,-1 9-899,-6-3 719,5-1-449,-3 4 989,-8-3-1169,-3 5-180,-3 5-3033,0-3 3123,11 9-1703,-11-3 1793,5-1-90,-6 5 449,-17 6-269,12 4-360,-1-2 3178,9 3-2908,20-8 2456,-9 5-2637,18 4-269,1-3 0,7-7 90,16 15-180,-7-19-270,4 7 1,1 2-271,3 9 315,-6-12 1,-2 1-46,-1 15 540,-3-12-360,-7 16-3842,-28 10 4742,6-8-451,-7-13 1,-4-2-270,-12-3 90,-6 0-90,11-7-1439,-2-7 180,10-6-3868,-6-6 4137,5-1-2338,8-6 1529,8 0 900,5 0 1747,11-12 0,4 4 0,10-11 0</inkml:trace>
  <inkml:trace contextRef="#ctx0" brushRef="#br0" timeOffset="-199976.73">2094 3581 7533,'-27'-28'5846,"-4"4"-5666,22 16 3508,-26 3-1529,18 10-630,-20 3-899,17 5 89,1 11-719,12-8 90,18 20-180,11-14 450,22 10-180,-9 5-682,-12-17 0,-3 1 322,-3 19-225,-5-10 0,-2 1 135,-8 12 225,-3-8 0,-4 0-764,-15 12 179,-7-2 360,0-19-2068,-8-1-1800,-6-17 1440,5-8 2698,5-14 0,20-12 0,4 0 0</inkml:trace>
  <inkml:trace contextRef="#ctx0" brushRef="#br0" timeOffset="-199222.73">2224 3685 7533,'0'-22'7465,"0"5"-5486,6 17-629,-5 5 1618,11 14-719,-11 14-990,5 14-1079,0-13 0,-5 3 0,5-17 449,0 17-1258,1-2 179,0 10 540,5-18-1080,-11 4 720,5-23 91,0 9-271,-5-15-270,5 9 91,-6-9 359,0 4 270,6-6-90,-5 0-90,4 0 0,1 0-90,7-18-3122,-4 3 3482,9-11-270,-17 1 1260,17-7-990,-9-3 629,9-4-359,-11 13 449,-1 8 2853,-6 11-3212,0 1-90,6 12-270,-5 1-900,11 11 810,1 14 180,1-3-180,5 9-3302,-6-18 3302,-6-1 90,5-6-1709,7 6 1169,-3-5 90,8-1 1350,-5-7-810,-10-6 4201,14-12-4201,-14 4 270,4-11 629,-2 6-449,2-23-3842,-5 11 3751,4-12-89,-6 18 540,-5-11-1260,5 0 270,0-9 180,-4 13-90,4 8 2312,-6-13-2312,0 14-90,0-14 90,0 19-2429,0-1 271,-6 0-2340,4 6 3599,-10-5-3059,11 11 720,-5-11 3148,6 11 0,-6-11 0,-1 4 0</inkml:trace>
  <inkml:trace contextRef="#ctx0" brushRef="#br0" timeOffset="-196286.73">2952 3984 7892,'-7'0'1260,"1"0"-541,6 6-269,0 1 180,0 6-1,-6 6-359,5-5 180,-5 5-270,0-6 180,-1 17-270,0-12 0,-4 23 0,9-25-360,-3 15 360,5-17-180,0 10 90,0-15-270,0 8-180,0-9 270,0-1-360,0-1-449,0-6 719,0-6-180,0-1 361,0-6-541,5-6 270,-3-1 270,9 5-90,-9-2-180,9 4 1080,-10-7 90,5-6-451,0 0-269,1 0 0,6 11-90,-6-2 180,5 10 450,-10-1-91,9-9-89,-3 14 0,4-14 180,-5 16-271,-1-5 1,0 6-180,-5 0 0,5 6 540,-6 7-451,6 1-179,-4 5 270,9-6-360,-9 6 0,9-5-540,-9 5 271,4-6-2160,-1 5 450,2 3 360,0-1 1169,-1-1-449,0-12 899,-5 5 0,11-5 0,-5 6 0</inkml:trace>
  <inkml:trace contextRef="#ctx0" brushRef="#br0" timeOffset="-195907.73">2965 4218 7623,'0'-7'2248,"0"1"-1618,6 0-450,1 5 0,7-5-270,-2 6 0,1 0-900,6 0 361,1 0 629,6 0 0,-6-6 0,-1-1 0</inkml:trace>
  <inkml:trace contextRef="#ctx0" brushRef="#br0" timeOffset="-191274.73">3498 3671 7533,'-7'0'1259,"1"0"-90,6-5-359,-5 3-270,3-3-181,-3 5 361,5 0 89,11 0 1,15-6-900,3 4 90,14-9-1709,-16 9 0,11-3-810,1 5 1980,-16 0 179,6 5-488,-27-3 0,9 9 0,-3-3 0</inkml:trace>
  <inkml:trace contextRef="#ctx0" brushRef="#br0" timeOffset="-191008.73">3576 3815 7533,'-36'14'4227,"8"-2"-2428,45-12-1169,-7 0-450,20-6-180,-15 4 270,3-3-360,1 5 90,7 0 90,-4 0-5127,20 0 5037,-19 0 0,9 0 0,-13 0 0</inkml:trace>
  <inkml:trace contextRef="#ctx0" brushRef="#br0" timeOffset="-185037.73">4435 3516 7533,'0'-7'3058,"0"-5"-1979,0 11-719,-6-5 1439,5 6-540,-5 0-449,6 6-90,0 1-1,6 6-89,-5 0-91,5 11-89,-6-2-270,0 4 360,0 22-180,0-17-1,6 20-539,-5-25-359,11 10 179,-11-13-899,5 26-4048,-6-26 4947,0 19-540,0-32 1,0 13-900,0-21 951,0 4 0,0 0 0,0 1 0</inkml:trace>
  <inkml:trace contextRef="#ctx0" brushRef="#br0" timeOffset="-184491.73">4761 3646 7533,'-8'-21'1349,"-4"9"-989,11 6-90,-5 6 899,0 0-180,-1 0 271,-12 6-721,4 6-359,2 3 0,7 3 0,1-10 90,4 9-90,-5-8 269,0 21-269,5-14 90,1 14-270,1-9 0,11-1 90,-5-1-180,11-6 180,-9-6 270,20-1-90,-18-6-180,19-6 180,-16-1-1,5-6-179,-12 0 270,5-12-270,-11 15 270,11-25-270,-11 25 0,5-26-180,-6 26-90,-11-19-180,2 15 0,-16-1-449,-1 4 179,-1 11 360,1 0-809,1 0-3752,-7 11 4561,9-8 0,-7 14-989,17-10 449,0 7-1978,0 4 2788,6-9 0,7 9 0,7-11 0</inkml:trace>
  <inkml:trace contextRef="#ctx0" brushRef="#br0" timeOffset="-183848.73">5124 3567 7533,'0'-7'989,"0"1"-359,0 6-270,-6 0-181,5 0 721,-5 6-360,0 2-181,5-1-179,-11 5 0,11-11 90,-5 11 90,1-5-180,3 6 359,-3 11-269,5-14-90,0 13 0,0-15 90,0 11 0,0-5 0,5 10-90,2-15-1,6 8-358,0-9-181,0 5 540,0-6-90,0-1-90,0-6 179,6 0-179,1-6 450,0-1 180,0-6 0,-8-6-361,-5 4 451,-1-9-450,-6 4 90,0-6-270,0 0-270,-17-6 90,7 10-1349,-38 3-271,18 13 721,-1 11 0,-1 2 629,2-4-2519,-12 20 2879,28-14 0,-5 10 0,6-6 0</inkml:trace>
  <inkml:trace contextRef="#ctx0" brushRef="#br0" timeOffset="-178483.73">5527 3762 7892,'0'-7'1889,"0"2"-1709,6 5 90,7 0-1709,13 0 1259,2 0-668,-3 0 0,-5 0 0,-7 0 0</inkml:trace>
  <inkml:trace contextRef="#ctx0" brushRef="#br0" timeOffset="-178069.73">6009 3516 7533,'0'-15'3598,"0"4"-2339,6 11-719,-5 6-181,4 1 271,-5 17-450,0-2 629,0 10 91,0 0-720,0 1-180,0 0-3302,0-1 2043,0-6 19,0-6 1060,0-7-2428,0 4 449,6-2 2159,-4-1 0,9 3 0,-4-9 0</inkml:trace>
  <inkml:trace contextRef="#ctx0" brushRef="#br0" timeOffset="-177683.73">6191 3594 8252,'33'-35'2429,"-7"5"-2069,-7 22 89,-1 3-89,3 5-540,-1 0 180,-1 5-180,-12 3 90,-2 5 360,1 6-360,-4-5 0,-2 16 180,-2-14-180,-9 14-89,4-9 179,0-1 269,-11 5 1,15-11 0,-14 5-90,10-12-180,-1 4 90,3-9 90,5 9-90,0-9 90,0 10-180,0-11-450,5 11-629,14-11 359,3 5-1709,15-6-1502,-15 0 3931,3 0 0,-12-6 0,0-1 0</inkml:trace>
  <inkml:trace contextRef="#ctx0" brushRef="#br0" timeOffset="-177271.73">6697 3516 7533,'-46'0'2698,"13"0"-2248,9 0-270,17 0 0,1 0 0,6 0-1,0 5 91,6-3-270,1 9 0,6-9 90,0 9 90,11-4 0,-7 7-450,18 4-3032,-24-3 3122,12 4 0,-16-1 90,6 3 180,-6-1-90,-1-1-90,-6-6 0,-6 5 90,-7-9 0,-1 8-809,-11-10 359,10 1 1773,-14-3-2222,12 1 899,-7-4 0,11 4 0,0-6 0</inkml:trace>
  <inkml:trace contextRef="#ctx0" brushRef="#br0" timeOffset="-177077.73">6594 3542 7533,'12'-28'3058,"-4"4"-1619,28-1-989,-18 15-90,23-19-450,-25 20-3032,15-3 3301,-17 6-159,-1 6-2538,-1 0 899,1 0 1619,-5 0 0,10 0 0,-11 0 0</inkml:trace>
  <inkml:trace contextRef="#ctx0" brushRef="#br0" timeOffset="-176779.73">7009 3762 11311,'8'0'-68,"-2"0"1,-6 0-1,0 0 1</inkml:trace>
  <inkml:trace contextRef="#ctx0" brushRef="#br0" timeOffset="-176279.73">7049 3425 7533,'0'-8'2069,"0"3"-900,0 5 1259,0 0-1438,6-6-540,1 5-91,6-5-179,0 6-90,0 0-90,0 0 180,0 0 90,6 0-270,-5 0 0,17 0 0,-21 0 0,13 0 0,-10 0-450,1 0 1,11 0 89,-11 0 180,5 0 90,-12 0 0,5 0 90,-11 0-90,5 0 90,-6 0-90,6 0 0,-4 0 540,4 6 90,-6 1 89,0 11-269,5 3-90,-4 5-180,5-6 90,-6-1-90,0-1-90,0-3 90,0 4-180,-6 17-3212,5-12 3032,-10 14-95,9-14-535,-10 3 451,11-6-1350,-5 15 449,6-14 991,0 4-631,0-13 361,0-2 629,0-9 0,-6 9 0,-1-4 0</inkml:trace>
  <inkml:trace contextRef="#ctx0" brushRef="#br0" timeOffset="-175998.73">7192 3659 7533,'-15'-8'2518,"4"3"-989,22-1-809,-2 4 629,22-9-629,-4 10-720,12-11 180,-11 11-900,2-5 450,-10 6 270,6 0-2788,6 0 2428,-10 0 90,2 0-578,-11 0 0,6-6 0,1-1 0</inkml:trace>
  <inkml:trace contextRef="#ctx0" brushRef="#br0" timeOffset="-175003.73">4292 3255 7533,'-19'0'719,"5"0"91,-5 0 89,-6 6 91,-2 7-4432,-18 14 3846,24-7 1,1 4-45,-3 13 0,2 3-885,6-5 1,2 1 614,2 7 0,4 2-228,3-1 1,2 0 137,1-9 0,2 0 0,1 7 0,2-1 90,1-11 0,2-2-1439,8 24 1304,5-18 0,2 1 45,-11-7 0,2 1-45,22 12 0,3-2 45,-19-16 0,1-2-810,13 5 1,1-3-1350,7 3 1080,9-6 1079,-9 5 0,9-11 0,-4 5 0</inkml:trace>
  <inkml:trace contextRef="#ctx0" brushRef="#br0" timeOffset="-174185.73">7465 3113 8612,'12'24'4857,"14"21"-5741,-3-2 1289,-2-9 0,0 0-91,-7-7 1,-1 0-225,1-1 0,0 1 90,4 24 0,-6-12 270,-5 17 89,1-13-314,-4-12 0,-3 1 233,-6 3 1,-1-1-279,3 12-450,-6-12 0,0-2 90,2-4 180,-6 4-1087,-6 5 8,5-8 809,-5 3-4138,-5-2 4572,2-14 1,-4 9-1,7-12 1</inkml:trace>
  <inkml:trace contextRef="#ctx0" brushRef="#br0" timeOffset="-173427.73">7738 3009 7533,'0'-8'2428,"0"-3"-1348,0 10-271,0-11-269,6 11-180,1-11 899,12 10-809,-5-4-90,5 6 269,0 0-449,-4 0 450,9 0-810,-10 6 180,6 2-270,-13 11 180,-1 1-270,-6 5 90,0-4 90,0-2 360,-6 0 0,-1-5-90,-7 5 90,1-7-90,0 7 90,6-10 540,2 9-181,5-11 181,0 0-990,5-1-90,8-1 540,7-3 0,12 4 0,-10-1-3238,8-3 449,-10 4-179,7-6 1940,-8 0 0,1 0 0,-7 0 0</inkml:trace>
  <inkml:trace contextRef="#ctx0" brushRef="#br0" timeOffset="-168722.73">8167 3685 7533,'-13'0'3418,"6"-6"-2609,1 4 1260,6-4-900,0 6 1170,0 0-1080,6-5-809,1 3-90,1-3 360,15-1-361,-8 4-269,29-3-809,-10 5 269,12-6-2852,-14 4 1143,-5-3-1279,-3 5 2809,-9 0-2429,10 0 1618,-11 0 721,5 0 719,-12 0 0,-1 5 0,-6 3 0</inkml:trace>
  <inkml:trace contextRef="#ctx0" brushRef="#br0" timeOffset="-168347.73">8350 3581 7533,'0'-26'4767,"0"5"-3508,-6 3-359,5 5-630,-5 6 1798,6 1-628,-6 17-451,-1 4 90,-7 17-899,2 1-180,4-6 0,3 3 180,-1-15-630,4 4 361,-3-1-2250,5 3 1170,0-1-3419,11 10 3740,-2-14 0,9 9 0,-5-12 0</inkml:trace>
  <inkml:trace contextRef="#ctx0" brushRef="#br0" timeOffset="-167748.75">9286 3269 7533,'-5'-13'1529,"-3"-1"-90,-11 7-270,-7 2-539,-13 22-450,13-2 0,0 3 570,-1 13 0,1 3-345,-2-3 0,4 0-136,6 3 1,3 2 270,-2 1 0,3 1-360,6-4 0,2 1-266,-2 4 0,3 0-589,5 3 0,6-3-44,8 12-945,6-13 0,3-3-45,7 2 1115,-2-12 0,0-1 1,0 3-1,10 5 1</inkml:trace>
  <inkml:trace contextRef="#ctx0" brushRef="#br0" timeOffset="-166955.75">9390 3463 7533,'-13'19'2608,"6"2"-2248,1-1 450,6 4-1,-6 8-269,4 8-180,-9 13 89,10-7-449,-5-13-1349,6 9 1349,6-25-2069,-5 14 2069,10-7 0,-9-8 0,4 9 0</inkml:trace>
  <inkml:trace contextRef="#ctx0" brushRef="#br0" timeOffset="-166444.75">9533 3554 7533,'13'-20'3508,"6"7"-1889,13 2-1259,-4 10-181,4-5 271,-7 6-450,-5 0 90,0 0 90,-7 0-540,-1 6 360,-10 1 180,-14 17-360,2-8 540,-27 14-360,22-15 0,-4 4 0,7-6 90,11-6-360,1 10 180,7-14-90,6 14-629,12-9 359,-10 5 180,10 0-449,-12 5 988,0 3-448,-5-1-181,-3 4 180,-5-9-180,-11 10 90,2-11 2339,-21 11-1799,14-17 270,-20 10-630,20-11-1170,-9 0 631,12-1-2879,0-6 3508,6 0 0,1 0 0,6 0 0</inkml:trace>
  <inkml:trace contextRef="#ctx0" brushRef="#br0" timeOffset="-166039.75">9975 3581 7533,'0'-15'4587,"-6"3"-4227,-1 24 270,0-3 359,-5 21-359,5-2-540,0-1 269,1 3-359,6-15 180,0-2 90,0-2 90,0-9-90,0 4 359,12-1-449,-4-3-180,23 4-90,-15-6-989,14 0 359,-4 0 630,-4 0-1439,8 0 720,-16 0 269,5 0 270,0-6-1349,-4 4 720,3-3 359,-5 5 180,0 0 0,0 0 360,1 0 0,4-6 0,2-1 0</inkml:trace>
  <inkml:trace contextRef="#ctx0" brushRef="#br0" timeOffset="-165734.75">10170 3646 7533,'0'-15'2878,"0"4"-1349,-5 5-359,3 5-271,-3-5-539,5 6 0,-6 0 629,4 11-449,-10-2 629,5 33-809,-6-23-270,0 22 270,6-14-181,-4-6-898,9 4 539,-4-6 180,6-5 0,0 5-1799,0-6 450,0 0 989,0 0 180,6 0 180,-4 0 0,4 0 0,-6 0 0</inkml:trace>
  <inkml:trace contextRef="#ctx0" brushRef="#br0" timeOffset="-162991.75">10561 3724 10861,'-8'0'1709,"2"0"-1259,6 0-271,0 0 1,6 0 450,1 0-4522,24 0 3712,-14 0 1130,31 0-770,-25 0 180,9 0-4048,-2-6 1799,-14 5 719,15-5 1170,-17 6 0,5-6 0,-6-1 0</inkml:trace>
  <inkml:trace contextRef="#ctx0" brushRef="#br0" timeOffset="-162674.75">11029 3503 7533,'-13'11'5846,"6"15"-4766,-5 9-631,11 4-89,-5-7-4431,6-6 3711,0 0 930,0-6-480,0 4-1350,0 3 631,0-6-2070,0 15 1350,0-20 1349,0 9 0,6-12 0,1 0 0</inkml:trace>
  <inkml:trace contextRef="#ctx0" brushRef="#br0" timeOffset="-162335.75">11120 3542 9152,'23'-29'1799,"0"1"0,2 1 0,0 7-1440,10 12 91,-3 14-630,-13 9 180,-12 22 90,-1-14-270,-12 13 90,-7-4-89,-13 8 89,10-16 0,-1-1-1823,-11 10 1733,4-8 90,11-7 90,0 3 270,6 5-180,1-12 90,6 4-180,0-17 270,0 5-180,11-1-720,4-3 1823,11 9-3801,0-9 2158,-6 4 90,5-6 360,0-6 0,-3-1 0,3-6 0</inkml:trace>
  <inkml:trace contextRef="#ctx0" brushRef="#br0" timeOffset="-161882.75">11601 3503 7533,'-7'-29'4677,"-5"0"-4227,11 27-90,-11-3-91,11 5 901,-22 0-990,13 5 0,-9-3 179,13 15-179,6-8 0,0 10 180,6-6-180,1 5-360,12 9-540,-5-6 361,5 4-271,0-1 360,-10-8-180,14 20 450,-15-20-449,11 15 359,-12-23-360,-1 15 180,-6-20-899,0 8-540,-12-11 269,4 0 1440,-11 0 0,6 0 0,0 0 0</inkml:trace>
  <inkml:trace contextRef="#ctx0" brushRef="#br0" timeOffset="-161671.75">11536 3542 7533,'20'-48'3598,"5"11"-2879,-11 18 541,11 6-1,1 0-720,13-12-1168,1 9 179,-6-3 270,-10 13 270,-11 6-2069,11 6 900,-7 2 1079,7-1 0,-11 5 0,0-5 0</inkml:trace>
  <inkml:trace contextRef="#ctx0" brushRef="#br0" timeOffset="-161456.75">11887 3775 7533,'-14'0'4677,"2"0"-4857,12 0 90,12 0-973,2-5 0,6 3 0,-1-4 1</inkml:trace>
  <inkml:trace contextRef="#ctx0" brushRef="#br0" timeOffset="-161042.75">12082 3425 9781,'-28'-20'1530,"5"7"-1351,23 7 3419,5 6-2788,8-6-270,13 5-271,1-5 1,11 6-90,-11 0-180,-1-6-90,-7 4 180,-6-4-90,0 6 180,6 0-180,-4 0-180,3 0-90,-5 0 360,-6 0-629,-1 12 808,-6 8-89,0 14 90,0 5-270,0-6 0,-6-7 90,5 10-90,-5-19-90,6 20 180,-6-12 0,5 3-989,-11 15-451,11-20 631,-4 7-1440,-1-11 1170,4-4-361,-4 4 1170,6-6 180,0-6 0,0-1 0,0-6 0</inkml:trace>
  <inkml:trace contextRef="#ctx0" brushRef="#br0" timeOffset="-160801.75">12187 3607 7533,'-28'-7'4497,"9"-5"-3238,13 11 2699,23-11-2968,5 5-631,6-1-1078,-4 2-2070,18 6 1710,-22 0 449,34 0 450,-38 0-668,8 0 0,-11 0 0,1 0 0</inkml:trace>
  <inkml:trace contextRef="#ctx0" brushRef="#br0" timeOffset="-160403.75">12525 3151 9062,'5'-14'2968,"8"14"-1349,1 20-1169,6 14 0,-8-1-180,2 10-512,-2-6 0,0 1 512,-2 17-1960,0 0 0,-2-1 1780,-8-8-90,0-10 0,0 1-1341,-3-7 0,0-2 1341,-5 21-1432,-5 2 83,0-19 350,-5 5 999,0-13 0,-2-2 0,-10 15 0,-14-1 0</inkml:trace>
  <inkml:trace contextRef="#ctx0" brushRef="#br0" timeOffset="-159667.75">12602 2918 7533,'0'-8'2428,"0"-3"-1528,0 4-540,6 0 179,1-11 1,0 15 1169,11-14-989,-10 15-541,12-4-268,-8 6-91,8 0 0,-6 6 180,5 2-360,-7 5 270,-4 0 0,-3 0 0,1 0-809,-4 11 629,-2-2 360,-7 10 0,-7-12-90,-10 4-3212,14-9 3122,-13-2 180,10 4-90,-2-14 629,2 15 1,1-11 89,11 6 811,1 0-811,19-6-449,-3-2 2582,32-5-3211,-24 0 179,19 0-2339,-11 0-2132,-4 0 3931,-2 0 720,-2 0 0,-9 0 0,4 0 0</inkml:trace>
  <inkml:trace contextRef="#ctx0" brushRef="#br0" timeOffset="-157933.75">12888 3542 8072,'8'0'990,"3"-6"-1,2 4-359,2-3-180,9 5-181,-9 0-448,9-6 89,3 4 270,0-3-450,5-1 270,0 5 270,-5-11-3483,-1 11 3213,-13-5-3238,5 0 2339,-16 5 899,10-5 0,-7 0 0,2-2 0</inkml:trace>
  <inkml:trace contextRef="#ctx0" brushRef="#br0" timeOffset="-157648.75">13096 3373 7533,'-13'0'3957,"6"0"-3327,1 0-270,6 0 809,-5 11 990,3 4-1709,-3 11 359,5-6 1,0 4-540,0-9-360,0 10 270,0-5-1260,0 0 361,5 4-541,-3-3 91,9-1 1169,-9-7 0,15-2 0,-2-3 0</inkml:trace>
  <inkml:trace contextRef="#ctx0" brushRef="#br0" timeOffset="-157064.75">13564 3698 7533,'-21'0'6566,"-2"0"-6206,22 0-810,-5 0 360,0 0-180,5 0 270,-5 0 0,12 0-2069,1 0 540,6 0 1529,0 0 0,5 6 0,3 1 0</inkml:trace>
  <inkml:trace contextRef="#ctx0" brushRef="#br0" timeOffset="-156870.75">13734 3685 7533,'0'-8'5756,"0"2"-4946,0 6-270,6 0-2249,-5 0-2339,17 0 4048,-10 0 0,11 6 0,-6 2 0</inkml:trace>
  <inkml:trace contextRef="#ctx0" brushRef="#br0" timeOffset="-156713.75">13916 3671 7713,'6'-7'3598,"1"2"-4318,12 5-629,-11 0 1349,10 0 0,-11 0 0,6 0 0</inkml:trace>
  <inkml:trace contextRef="#ctx0" brushRef="#br0" timeOffset="-156540.75">14241 3646 8072,'-14'-8'9085,"3"3"-8905,11 5-5847,0 0 5667,0 5 0,0-3 0,0 4 0</inkml:trace>
  <inkml:trace contextRef="#ctx0" brushRef="#br0" timeOffset="-151900.75">14684 3100 7533,'-19'-7'2428,"4"1"-1348,-10 23-1,5 16-269,0 21-2801,12-25 0,3 1 2171,-1 22 45,5-22 0,2 2 299,-2 1 1,2 0-1874,5 7 0,0 0 1349,-5-9 0,1-1 134,6-2 1,1-1-854,4 12 269,7-5 270,-6 4-1889,10-6 2069,-16-11 0,6 10 0,-9-11 0</inkml:trace>
  <inkml:trace contextRef="#ctx0" brushRef="#br0" timeOffset="-151332.75">14866 3308 7713,'-8'-15'3598,"2"4"-2969,6 17 181,-5 18-1,-3 11-629,-5 17-90,9-24 0,1 2-540,-3 23 91,6-1-3983,0-13 4612,0-13 769,0 4-1758,0-14-4228,6 15 4947,1-17 0,6-1 0,0-7 0</inkml:trace>
  <inkml:trace contextRef="#ctx0" brushRef="#br0" timeOffset="-150931.75">15048 3346 7533,'0'-20'4047,"0"7"-3777,0 8 180,-12 16 0,3 4-270,-9 5 179,-2 16-89,6-13-450,1 9 180,2-2 90,9-14 180,-4 9-90,1-7-810,3-9 181,-3 8 269,5-15 0,0 3 180,0 1 90,0-4 90,0 4-270,11-6 180,4 0-90,22-6-3482,-8 4 3482,3-9-2364,16 3 2184,-17-4-1259,20-1 270,-25 5-181,-7-3 1350,-12 4 0,-1 0 0,-6 1 0</inkml:trace>
  <inkml:trace contextRef="#ctx0" brushRef="#br0" timeOffset="-150713.75">15152 3438 7533,'-14'-8'4137,"-4"14"-3417,3 9 0,-4 22-91,7-2 181,5 10-2519,1 5-900,6-14 990,0 8 810,6-24 809,6-7 0,-3-2 0,2-3 0</inkml:trace>
  <inkml:trace contextRef="#ctx0" brushRef="#br0" timeOffset="-150390.75">15386 3334 7533,'0'-13'2788,"-6"5"-2338,5 3 90,-17 5-181,4 0 361,-13 5-90,2 8-810,10 2 450,4 9 89,16-3-539,14 5 1,8 0-91,7 0 90,-3 5 270,-5-3-90,-11 4-540,-4 5 270,-16-8-629,-3 3-1,-4-13 720,-2-12-989,2-1 449,-1-6 361,0 0-1,0 0 360,-12 0 0,9-6 0,-9-2 0</inkml:trace>
  <inkml:trace contextRef="#ctx0" brushRef="#br0" timeOffset="-150209.75">15281 3399 7533,'31'-28'1019,"1"-1"0,-3 3 1,-3 5-930,0 8 90,0 0 0,-6 0-630,22-6 90,-12 4-1079,15 2 450,-19 8 989,-7 5 0,-12 0 0,-1 0 0</inkml:trace>
  <inkml:trace contextRef="#ctx0" brushRef="#br0" timeOffset="-146033.75">15607 3529 10681,'19'0'-450,"1"0"-989,0-6 270,10 4 809,-2-3-703,-1 5 0,4-6 0,-11-1 0</inkml:trace>
  <inkml:trace contextRef="#ctx0" brushRef="#br0" timeOffset="-145646.75">16114 3346 7533,'-13'35'5756,"6"1"-5216,1-15 180,6 16-630,0-2-1260,0 10 361,0-12-2609,0-1 3418,0-12 0,6-2 0,1-5 0</inkml:trace>
  <inkml:trace contextRef="#ctx0" brushRef="#br0" timeOffset="-145313.75">16153 3373 7533,'39'-33'3867,"-6"12"-2967,-7 10-1,5 11-719,-15 11 90,8-2-90,-17 21-180,-1-14 540,-17 20-360,2-20 90,-21 20-91,14-14 1,-3 4 540,13 4-4292,6-20 3212,0 13-427,0-15 697,0-1-810,6 10-359,1-14 270,6 15-810,6-11 2571,13 0 1,-9-1 0,7-6 0</inkml:trace>
  <inkml:trace contextRef="#ctx0" brushRef="#br0" timeOffset="-144977.75">16543 3308 7533,'-29'-7'7735,"6"1"-7465,23 6-90,0 0 0,6 6 0,1-5 0,6 10 0,0-3 89,-6 5-808,11 6 449,-10 1-360,11 6-539,-6 11 629,-6-8 90,-1 9-180,-6-7 360,0-9-180,0 3 181,-6-18-1,-1-1-450,-6 0-1799,6-5 2339,-5 5 0,5-6 0,-6 0 0</inkml:trace>
  <inkml:trace contextRef="#ctx0" brushRef="#br0" timeOffset="-144804.75">16557 3308 7533,'13'-28'1529,"1"-1"0,6 3 0,1 5-1709,2 8-2338,32 0 2338,-36 5 180,16 2 0,-28 6 0,7 0 0</inkml:trace>
  <inkml:trace contextRef="#ctx0" brushRef="#br0" timeOffset="-144528.75">16842 3620 9062,'0'0'0</inkml:trace>
  <inkml:trace contextRef="#ctx0" brushRef="#br0" timeOffset="-144109.75">16869 3255 9062,'-8'0'5846,"14"0"-5666,14 0 0,13-5-899,6 3 629,-11-9 90,2 9 90,-15-3 90,3 5-360,-5 0 0,0 0 180,0 0-180,-5 0 90,3 0-90,-4 5-90,1 2 540,-3 7 270,-5 16-180,0-1-91,0 16 1,0-7 360,0 13-1260,-5-15-1439,-3 19 1221,-10-20 0,9-2 0,-3-8 0</inkml:trace>
  <inkml:trace contextRef="#ctx0" brushRef="#br0" timeOffset="-143928.75">17025 3490 7533,'-2'-13'7735,"15"5"-9174,3 2 540,20 6-1170,-9-5 2069,7 3 0,-9-9 0,-6 4 0</inkml:trace>
  <inkml:trace contextRef="#ctx0" brushRef="#br0" timeOffset="-143350.75">17389 3009 10051,'13'33'2968,"1"3"1,2 0-2789,1 6-2831,4 3 1,0 1 3010,1 3-180,-6-12 0,0 1 495,-8-5 1,-2 1-586,1-1 0,-3 0 90,-4 19-809,-5 3 1255,-2-19-1436,-5-7 1,-1-2-180,-3 2 629,-9 7-4407,-16-10 4767,14-4 0,-21 3 0,21-12 0</inkml:trace>
  <inkml:trace contextRef="#ctx0" brushRef="#br0" timeOffset="-142802.75">17519 2852 7533,'-8'-7'5577,"31"1"-5038,7 6-89,11 0-360,13 0 0,-30 12 90,14-3 90,-25 16-91,-7-17 181,-6 9-270,0-9 0,0 4 0,0 1 540,0-5-1,-6 9 91,5-8-270,-5 10-270,6-12 0,0-1-540,6-1 180,-5 3-3238,22 4 2788,-1 1-2698,10-5 540,1-3 2788,-13-5 0,-1-5 0,-6-3 0</inkml:trace>
  <inkml:trace contextRef="#ctx0" brushRef="#br0" timeOffset="-141789.75">18221 3399 7533,'-15'0'7286,"4"0"-6837,11 0 1350,0-6-1529,6 5-90,1-5-540,12 6 90,-5 0-1439,10 0 630,-3 0 1079,11 0 0,-11 0 0,4 0 0</inkml:trace>
  <inkml:trace contextRef="#ctx0" brushRef="#br0" timeOffset="-141569.75">18195 3542 7533,'-15'5'7106,"4"-3"-5217,17 3-360,12-5-900,10 0-449,5 0-1529,16 0 629,-19 0 451,8 0 179,-13 0-2339,-11 0 1080,5 0 719,-6 0 630,6-5 0,-5 3 0,5-3 0</inkml:trace>
  <inkml:trace contextRef="#ctx0" brushRef="#br0" timeOffset="-133924.75">1444 5817 7803,'0'-7'1529,"5"-5"-630,-3 5 630,9-6-359,-9 0 539,4 6-450,-6-10 1529,0 8-1528,0-10 1888,-23 0-2788,5 10-1,-36 4 1,6 12-348,18 1 0,0 3 708,-21 9-810,11 0 90,15 5-270,5-5 180,13 12 0,1-10-1259,24 14 1259,-2-20-384,10 14-66,-2-16 271,-3 5-1081,10 0 361,3 7 539,-7-4 180,-8 2-89,-8-11 89,-4 6-90,1 1 0,-3 12 180,-16-10 0,2 2-89,-9-11 1078,-1 0-539,-1 0-90,-7 0-270,-4 0-90,9 0-1079,-8-6 539,15-1 360,-3-6 90,10 0-359,-3-11-2609,9-10 2390,14-18 0,4 5 0,15-4 0</inkml:trace>
  <inkml:trace contextRef="#ctx0" brushRef="#br0" timeOffset="-133560.75">1768 5765 7533,'0'-27'4407,"-5"2"-1079,-3 12-449,-16 6-990,-3 1-1440,-1 6 2340,-13 12-2070,17-4-359,-1 17-90,13-11-990,24 17-179,8-4-1652,4 7 1,2 0 1381,6 1 854,-10-4 0,-2-3-225,-7-14-359,5 17 89,-3-10 630,-2 5 180,-7-7-360,-6 0 900,-12-5 2852,-20 17-3662,-4-15-1529,-14 8 900,17-17 359,12-1-2518,-2-6 3058,21 0 0,-16-12 0,11-2 0</inkml:trace>
  <inkml:trace contextRef="#ctx0" brushRef="#br0" timeOffset="-132917.75">2354 5622 7533,'-42'-22'6836,"0"5"-11057,22 17 4940,-6 0 2759,-12 12-2129,10 2 320,-4 12-1309,13 0 90,12 0-270,7-6 2222,7-1-2852,12 0-899,13 7 450,-4 7-540,4 6 269,-13 0 361,-12 6 2068,-1-10-450,-12 2-449,-1-11-180,-12-6 0,5-1 90,-5-12 270,0-1-1350,-1 0 180,0-5-3417,1 5 179,12-12 3868,1 5 0,0-11 0,-1 5 0</inkml:trace>
  <inkml:trace contextRef="#ctx0" brushRef="#br0" timeOffset="-120363.73">2107 5856 7533,'13'0'-900,"-6"0"181,-1 0 899,-6 0 1169,0 0-900,-6 0-1528,5-6 899,-5 5 270,6-11-90,0 11 90,0-5 0,0 6-90,0-5 0,0 3 270,0-4-360,0 0 90,0 5 0,0-5 0,0 0 809,0 5-449,0-5-180,0 0 90,0 5-180,0-11 1349,0 5-90,0-6-179,0 6-721,0-5 1890,0 5-630,0-6-360,0 0-989,-6 0 1349,5 6-180,-5-11-809,6 10-360,0-11 539,0 12 630,0-4 450,0 3-989,0-5-990,0 6 0,0-5 0,0 11 0,0-5 0,0 0 0,0 5 0,0-5 0,0 6 0,0 6 0,6 7 0,-5 7 0,11 12 0,-5 1 0,6 0 0,-6-1 0,-1 0 0,-6 1 0,6 17 0,-5-13 0,4 0 0,1-6 0,2-10 0,-1 5 0,5-1 0,-5-11 0,0 5 0,-1 0 0,0-5 0,-5 11 0,5-16 0,-6 8 0,0-10 0,0 0 0,0-1 0,0-6 0,0 0-90,0-17 180,0 12-90,0-18 0,0 10 0,0-7 0,6 0 0,-5 1 0,11 6 0,-11 0 0,17-6 0,-10-1 0,11-6 0,-6 12 0,-6-4 0,4 5 0,-3-1 0,5-11 0,-6 11 0,-1 1 0,0 2 0,-5 3 0,5 1 0,-6 1 0,0 6 0,0 0 0,6 12 0,1 2 0,0 18 0,5-5 0,1 28 0,-4-17 0,8 12 0,-10-24 0,6-1 0,0-11 0,0 5 0,-6-6 0,5-5 0,-11-3 0,5-5 0,-6 0 0,6 0 0,-5-5 0,11-3 0,-11 1 0,11-11 0,-5-2 0,6-13 0,0-12 0,0 5 0,-6-11 0,5 5 0,-11 6 0,5 9 0,0 1 0,-5-8 0,11-12 0,-11 24 0,5 13-3778,-6 7 809,0 6 1890,6 6 539,-4 7 540,9 1 0,-4 5 0,6-6 0</inkml:trace>
  <inkml:trace contextRef="#ctx0" brushRef="#br0" timeOffset="-118998.73">2888 6064 14549,'-8'6'2788,"2"1"-719,6 18-1619,0-9 359,0 8-269,0-5-270,0-5-180,6 17-90,-4-10 270,9 17-91,-9-17 91,3 4-90,-5-18-3778,0 5 720,0 1-2699,6 1 5577,-4-1 0,9-1 0,-4-5 0</inkml:trace>
  <inkml:trace contextRef="#ctx0" brushRef="#br0" timeOffset="-118521.73">2861 6090 7533,'0'-20'5487,"0"-5"-3958,0 5-810,0 6 361,12-15-721,2 19 1350,13-15-1169,-8 12-360,6 6-630,-5 1 180,0 6-539,5 0 359,-16 0 90,3 12-179,-12 2 449,-12 12 360,3 0-1,-10-6-808,7-1 89,4-6-270,8-6 1,13 5 89,7-5 91,6 6-1,1 0 990,-8 6-271,0 1 631,-6 6-270,0 0 989,-5 0-270,-3-5 360,-16 3-899,-4-10-1620,-22 11-629,8-16 630,-9 2 899,12-11 0,6-6 0,1-1 0</inkml:trace>
  <inkml:trace contextRef="#ctx0" brushRef="#br0" timeOffset="-116732.73">3550 5739 7533,'-7'0'2788,"-4"0"-2518,9 0 2428,-4 0-269,1-6-540,3 5-900,-3-5 1260,-1 6-720,4 0-359,-4 0-361,6 0-269,0 0-180,6 0-270,13 0-1,-3 0-2337,32 0-1710,-12-5 900,16 3-1350,-2-4 4408,-3 0 0,-13 5 0,-3-5 0</inkml:trace>
  <inkml:trace contextRef="#ctx0" brushRef="#br0" timeOffset="-116435.73">3603 5869 9242,'-36'7'5936,"7"-1"-4586,29 0-991,0-5-89,5 5 90,8-6 2518,8 0-629,4-6-1709,8 5-90,-6-11-91,10 5-179,-9 0-7106,15-5 1529,-8 11 4549,-2-11 0,-8 11 0,-12-5 0</inkml:trace>
  <inkml:trace contextRef="#ctx0" brushRef="#br0" timeOffset="-112111.73">4474 5440 7533,'0'-14'4497,"0"2"-4047,0 12 2158,-6 6 1,-1 13-1620,-6 14-719,6-6 0,1 3 1124,-7 21 0,2 0-1214,5-16 0,1-1-513,-4 13 1,1-3 242,8-5 90,0-6-1529,12 11 720,2-16-2519,18 16 1708,-11-22 631,10 2-2339,-17-5 719,10 1 2609,-9 0 0,10-1 0,-5-6 0</inkml:trace>
  <inkml:trace contextRef="#ctx0" brushRef="#br0" timeOffset="-111515.73">4864 5544 7533,'-13'0'4047,"6"6"-1888,1 1-360,6 18 90,0 2-1079,-6 6 269,5 22-899,-5-29-135,5 7 0,2-1-135,-1-13-3148,0 34 2788,0-35 450,6 18 0,-5-22 0,5 5 0</inkml:trace>
  <inkml:trace contextRef="#ctx0" brushRef="#br0" timeOffset="-111106.73">4968 5661 7533,'13'-13'5127,"12"-6"-4677,-4 11 449,6-10 90,-3 17-179,-4-5-270,6 6-360,-5 0 89,-3 0-538,-5 0 89,-6 6-180,5 13 180,-11-3 180,5 14-90,-12-10-90,-2 6 0,-2 3 270,-12 10 270,-4 11-180,13-25-90,1-12 0,11-6-90,-11 5 539,11-11-269,-5 11 0,1-11 360,3 11 89,-3-5 91,5 1-90,0-3-810,5 1 180,2-5-630,12 5 360,-5-6 180,5 0-1889,0 0 360,1 0 1169,0 0-2878,-1 0 1529,-6-6 1709,1 5 0,4-5 0,2 6 0</inkml:trace>
  <inkml:trace contextRef="#ctx0" brushRef="#br0" timeOffset="-110783.73">5436 5778 7533,'-34'20'0,"9"-1"2788,13-6-1259,11 0-719,-5 0 719,6 6-1169,0-5 269,6 5-269,1-6 90,6-5 90,12 3-181,2-10-2671,12-1 2672,-11-7 1169,8-17 0,-14-21-1619,-2 13 270,-8-16 90,-12 34-1620,0-11 721,0 11 449,-6-5 2223,-13 6-2583,3 6-3418,-32 1 2249,29 6 1709,-17 0 0,17 12 0,0 2 0</inkml:trace>
  <inkml:trace contextRef="#ctx0" brushRef="#br0" timeOffset="-110248.73">6035 5765 7533,'-13'-7'9830,"6"1"-7247,13 6-1324,13-6-360,9 5-1168,9-11-1,-15 11 180,8-5-2429,-15 6 900,9 0-2159,-9 0 3778,4 0 0,-12 6 0,-1 1 0</inkml:trace>
  <inkml:trace contextRef="#ctx0" brushRef="#br0" timeOffset="-106915.73">6581 5609 7533,'0'-14'1709,"0"-4"-1349,0 11-1,0 0-89,0-5 1169,0 5-1079,0 0 180,0-5-360,6 5 90,-5-6 719,5 6 630,0 1-180,-5 0 0,4 5-269,-5-5-451,0 17-359,0 4-180,-5 11-3392,-2 6 3482,0 1-2359,-5 0 2899,11 5-270,-5-11 269,0 22-1618,5-18-4049,-5 18 3251,6-22 1607,0-1-102,0-1-4845,6 1 3418,-5-10 1529,11 7 0,-11-22 0,5 5 0</inkml:trace>
  <inkml:trace contextRef="#ctx0" brushRef="#br0" timeOffset="-106586.73">6789 5492 7533,'0'14'8365,"-12"15"-7915,9-18 1079,-20 30-1169,20-23 359,-14 24-3931,16-27 3212,-11 10-1639,11-6 1549,-5-5 0,6 5 90,0-6 90,11 0-180,10-6 2089,12-1-2179,-6-6 3302,21-12-3122,-29 10-2564,10-10 1,1 1 854,-11 8 861,17-9 0,-17 7 0,1-3 0</inkml:trace>
  <inkml:trace contextRef="#ctx0" brushRef="#br0" timeOffset="-106358.73">6984 5596 7533,'-28'14'8635,"-1"15"-6656,8-13-180,1 28-1979,1-16-270,11 22 270,2-21-2518,12 8 1528,2-22 1170,5-4 0,6-5 0,1 1 0</inkml:trace>
  <inkml:trace contextRef="#ctx0" brushRef="#br0" timeOffset="-106051.73">7166 5505 7533,'-7'0'8185,"7"6"-6926,7 1-89,6 12-271,0 1-359,6 12-270,2-5 0,1 2-720,-6-3 0,0-1 450,4 1 0,-2 0-360,-7 21 180,-11-23-179,-17 19-721,1-16 181,-16-1 719,12-12-2519,1-9-989,0-5 3688,5 0 0,-11-5 0,5-3 0</inkml:trace>
  <inkml:trace contextRef="#ctx0" brushRef="#br0" timeOffset="-105891.73">7179 5583 7533,'27'-20'1259,"0"-1"0,-2 2 1,0 1-1530,9-2 360,-3 1-90,-11 12 0,5-5 0,-4 5 0</inkml:trace>
  <inkml:trace contextRef="#ctx0" brushRef="#br0" timeOffset="-105550.73">7582 5895 7533,'-22'0'8275,"-1"6"-7915,22-5-270,-11 5 270,11-6-1,-5 0-359,6 0 0,6-6 0,1-1 0</inkml:trace>
  <inkml:trace contextRef="#ctx0" brushRef="#br0" timeOffset="-105081.73">7790 5531 7533,'-14'0'2968,"-4"0"630,6 6-1889,-9 1-450,-5 12-449,12-5-450,2 5-630,12-6 270,6 0 90,1 0-810,29 6 450,-17-5-45,9 1 1,-3 1-46,-13 0 270,17 8-270,-22-5-90,0 7 180,-1 1 1,-6-1-1,-6-1-1529,-18-11 1799,7-1 0,-14-7 0,18-6 0</inkml:trace>
  <inkml:trace contextRef="#ctx0" brushRef="#br0" timeOffset="-104869.73">7699 5557 7533,'6'-20'5397,"7"1"-5038,2 6 1890,21 0-1889,-19 6 270,25-11-361,-26 16-3956,8-10 988,-5 6 2699,-10 5 0,8-11 0,-10 5 0</inkml:trace>
  <inkml:trace contextRef="#ctx0" brushRef="#br0" timeOffset="-104341.73">8064 5206 7713,'28'38'779,"0"-1"1,-3-6-1,-2 0 210,-10-1 1,-2 1-717,-2-1 1,-2 2 625,3 15 1,-1 3-316,-5-4 1,-3 0-180,1 3 0,-4-1-46,-5-5 1,-3-1-810,1-2 1,-3-2 134,-7-4 0,-1-3-270,0-4 1,0-2 405,-13 14 179,7-13 0,1-13 0,5-7 0</inkml:trace>
  <inkml:trace contextRef="#ctx0" brushRef="#br0" timeOffset="-103862.73">8232 5167 7533,'5'-13'5127,"10"6"-4318,17-5-449,2 11 0,3-5-630,-9 18 90,-2-4 450,-13 17-90,-7-5-180,-12 12 809,-7 1-89,-8 6 359,1-6-179,8-7-91,6-7-179,18-6-1619,7 0-181,15-6 541,4-7-3059,2-7 3688,-1-12 0,-12 5 0,-2-5 0</inkml:trace>
  <inkml:trace contextRef="#ctx0" brushRef="#br0" timeOffset="-103069.73">8818 5635 11131,'25'0'2608,"-4"0"-2608,22 0-899,-2 0 449,-7 0 270,3 0-1709,-12-6 450,9 5 1439,-7-10 0,-2 3 0,-12-5 0</inkml:trace>
  <inkml:trace contextRef="#ctx0" brushRef="#br0" timeOffset="-102870.73">9091 5466 7533,'-7'26'4587,"-5"-6"-3238,11-1-539,-11-6-360,11 0 269,-11 12-539,10-9-720,-15 20 540,14-20-1619,-8 8 900,11-11 449,0 0-2698,0 12 2968,0-9 0,6 8 0,1-11 0</inkml:trace>
  <inkml:trace contextRef="#ctx0" brushRef="#br0" timeOffset="-102563.73">9897 5921 7533,'-14'0'4677,"8"0"-7016,19-6 2339,1 5 0,17-11 0,-4 5 0</inkml:trace>
  <inkml:trace contextRef="#ctx0" brushRef="#br0" timeOffset="-102429.73">10196 5895 7533,'5'0'-360,"-2"0"0,21-6 0,-3-1 1</inkml:trace>
  <inkml:trace contextRef="#ctx0" brushRef="#br0" timeOffset="-102297.73">10535 5895 7533,'-7'0'2338,"1"0"-3237,23 0 899,-7-6 0,20-1 0,-10-6 0</inkml:trace>
  <inkml:trace contextRef="#ctx0" brushRef="#br0" timeOffset="-102176.73">10885 5921 7533,'14'0'0</inkml:trace>
  <inkml:trace contextRef="#ctx0" brushRef="#br0" timeOffset="-102016.73">11211 5895 7533,'-7'0'5666,"1"0"-7015,6 6 1349,0-5 0,6 5 0,1-6 0</inkml:trace>
  <inkml:trace contextRef="#ctx0" brushRef="#br0" timeOffset="-100013.73">12746 5011 7533,'-39'31'1214,"-1"0"0,8-2 1,0 3-1,8-3-1990,5 17 1105,4-14 1,-3 4 0,4 0 30,4 5 0,4 0-135,-5 11 0,3 0-855,8-6 1,6-1 269,4-5 0,6-2 315,8-4 0,4-3 270,1-3 0,2-4-865,-1-3 1,0-3 0,14 14 0,-12-6 0</inkml:trace>
  <inkml:trace contextRef="#ctx0" brushRef="#br0" timeOffset="-98377.73">13019 5284 7533,'0'13'3957,"-6"11"-9257,4-7 6289,-4 13 1320,-5-4-1860,2 7-1258,-15 6 269,10 0 590,0-6-500,9-1 450,16-6 0,-2-6 0,10-1 0</inkml:trace>
  <inkml:trace contextRef="#ctx0" brushRef="#br0" timeOffset="-98041.73">13305 5323 7533,'-28'-7'4767,"-8"1"-4137,20 12 179,-14 7-539,10 7 0,-1 6-90,8 0 0,25 0 89,4-6-628,21-1-3123,-3-6 2852,-1 0 270,10 6-50,-14 7 320,3 1 90,-19 5 180,-7 0-270,-12-5 90,-7-1 3097,-1-7-6785,-17-6 2684,10-5 1004,-11-3 0,12-10 0,1-3 0</inkml:trace>
  <inkml:trace contextRef="#ctx0" brushRef="#br0" timeOffset="-97857.73">13226 5414 7533,'25'-21'1199,"0"0"0,9-2 1,-3 4-1380,-13 11-450,8-5 0,2 3-359,1 7-720,10-15 1709,-7 17 0,-12-5 0,-1 6 0</inkml:trace>
  <inkml:trace contextRef="#ctx0" brushRef="#br0" timeOffset="-97435.73">13695 5258 7533,'-28'46'4407,"4"5"-3417,11-16-271,6 2 1,-5-5-181,5 1-808,-6 0 179,6-7 180,-5-7-270,10-6 180,-4-6-180,6 5 180,0-11 90,0 5 360,0-6-271,6 0 91,2 0 0,5 0-90,6-6-90,1-1 0,6 0-495,1-2 0,1 0-584,17 1 809,-13 1 0,-1 1 90,2 0 90,-2 6-3958,-17 0 1260,11 0 2698,-17 0 0,4-6 0,-12-1 0</inkml:trace>
  <inkml:trace contextRef="#ctx0" brushRef="#br0" timeOffset="-97234.73">13864 5414 7533,'-27'6'5127,"2"7"-2249,6 7-2068,5 6-271,-11 17-629,10-18-180,5 4 1,2 1-1,1-5-1799,1 30 1080,12-32 269,1 7 720,6-17 0,6 0 0,1 0 0</inkml:trace>
  <inkml:trace contextRef="#ctx0" brushRef="#br0" timeOffset="-96917.73">14098 5531 11850,'26'0'2879,"23"-6"-2879,-11-1 90,7 0 89,-21 1 181,-5 6-3058,-5 0-1530,5 0 4228,-12 0 0,-1 6 0,-6 1 0</inkml:trace>
  <inkml:trace contextRef="#ctx0" brushRef="#br0" timeOffset="-95926.73">14840 5232 7533,'-15'-7'4137,"-3"1"-2967,6 23-451,-14 11-539,9-3 0,0 2 20,1-1 0,-1 1 249,1 3 1,0-2-90,-4 12-3640,1 4 3190,12-17-1439,2-1-1530,5 10 1261,0-13-181,0 15 1486,0-12 0,0-6 1,0-1-1</inkml:trace>
  <inkml:trace contextRef="#ctx0" brushRef="#br0" timeOffset="-95599.73">14878 5375 9602,'0'-7'4857,"0"1"-4138,-11 17-179,-4 4-270,-17 17 180,0 1-630,4 0 270,3 5-90,12-16 0,6 2-270,7-11-135,25-4 0,9-5-44,10-3 205,-7 3 0,1-3-1825,5-13 1619,-21 11 90,8-11-1259,-15 11 720,3-11 359,-10 11 540,3-11 0,-3 5 0,5-6 0</inkml:trace>
  <inkml:trace contextRef="#ctx0" brushRef="#br0" timeOffset="-95419.73">15008 5440 7533,'-27'27'4497,"-9"10"-2878,14-10-945,3 1 1,0 1-495,-2 2-2159,2 17 1710,14-28-2070,5 0 450,17 5 826,-7-16 0,20 2 0,-10-11 1</inkml:trace>
  <inkml:trace contextRef="#ctx0" brushRef="#br0" timeOffset="-95118.73">15386 5336 8342,'-44'10'2278,"0"0"1,7 2 0,4 1-2099,2 1 180,11 11-180,13-11-360,7 5 180,7-6 90,24 17 90,-3-1-540,6 4 90,-14-9 0,-4 0 1,-6 6 179,-2-1 0,-4-1 90,-11 1-90,-24 7-990,3-22-3507,-17-7 4587,17-2 0,4-23 0,11 4 0</inkml:trace>
  <inkml:trace contextRef="#ctx0" brushRef="#br0" timeOffset="-94987.73">15217 5479 7533,'40'-41'1889,"-19"21"0,2 3-1440,21-3-269,-14 1-1080,3 12 1,0 1 899,-2-7 0,20 6 0,-19 1 0</inkml:trace>
  <inkml:trace contextRef="#ctx0" brushRef="#br0" timeOffset="-94805.73">15685 5713 7533,'-38'25'8005,"21"-9"-7285,-12 2-271,22-6-449,-7-5-1888,7 0 1618,-4-1-3958,10-6 4228,-5 0 0,12 0 0,0 0 0</inkml:trace>
  <inkml:trace contextRef="#ctx0" brushRef="#br0" timeOffset="-94525.73">15867 5362 7533,'-47'0'6566,"9"0"-5487,25 0-719,1 0-90,28 11 0,23 10-360,-12 0 0,2 2-54,-1-5 0,-2 1 54,-8 5 1,-6 1 70,-6 2 379,-6 11 179,-11-5-809,-4 0 1,-11-1-2970,0-6 2610,6-11 629,1-4 0,0-5 0,-1 1 0</inkml:trace>
  <inkml:trace contextRef="#ctx0" brushRef="#br0" timeOffset="-94352.73">15814 5427 7533,'27'-17'1978,"0"-1"1,24-6-1979,-12 12 450,0 11-3328,0-5 1815,-12 6 0,-2-6 0,-12-1 0</inkml:trace>
  <inkml:trace contextRef="#ctx0" brushRef="#br0" timeOffset="-94049.73">16140 5063 7533,'13'19'6386,"6"12"-5307,1 16-1309,-4-18 0,-1 1 410,1 24 269,-3-10 1,-2 2-90,-9-10 0,-3 1-91,2 13 1,-2 2-450,-6 3 0,-5-3 45,-1-12 1,-1-2-1036,1 2 1,-2-3 269,0-11 1,0-3-2169,-5 10 1449,0-5 1664,7-4 0,1-17 0,5-1 0</inkml:trace>
  <inkml:trace contextRef="#ctx0" brushRef="#br0" timeOffset="-93624.73">16283 5037 7533,'19'-13'6296,"18"6"-6206,0 1 450,7 18-180,-23 2-181,-10 6 361,-11-1 180,-11 0-540,2-5 359,-16 17 181,5-16 449,6 27-989,8-24 270,19 12-810,7-17 180,6 0-1529,-5-6 270,-3-1-360,-5-6 1259,-6 0 540,5 0 0,-5 6 0,6 1 0</inkml:trace>
  <inkml:trace contextRef="#ctx0" brushRef="#br0" timeOffset="-91235.73">17090 5453 7533,'-8'0'2069,"2"0"-810,6 0-270,0 0 181,-6 0 4316,5 0-5036,-5 0-180,6 0 90,0 0-540,12 0 0,8 0-1529,14 0-2403,-2 0 3753,0-6 269,-6 5-7196,12-5 7286,-9 0 0,3 5 0,-13-5 0</inkml:trace>
  <inkml:trace contextRef="#ctx0" brushRef="#br0" timeOffset="-91001.73">17051 5622 7533,'-15'0'6296,"4"0"-3957,11 6-720,0-5-540,5 11-719,3-11 180,22 5-360,-13-6 0,13 0 269,1 0-3147,3 0 1528,1-6-2608,-2 6 1,-1-1 3098,1-11 1,-2 9-1,1-1 1,6-9 0</inkml:trace>
  <inkml:trace contextRef="#ctx0" brushRef="#br0" timeOffset="-81156.73">1404 7443 7533,'6'-8'0,"-4"2"1619,9-5 629,-3-4-1078,4-5 449,8-5-900,-12 11 1440,10-11-1439,-17 11-91,-1 1-269,-13 2-180,-1 9-180,-11-4 450,5 6-270,-12 6 180,4 1-450,-9 6 270,15 0-180,-2 0 449,-7 6-359,8 7-90,-3 1 270,32 5-1169,16-6 719,5-5-90,3 3-90,-9-4 270,-1 1 90,-1-2-180,-1 5-180,-3 9 360,-2 2 0,-19-3 90,-9-8-270,-17-4 1,-6 6-2070,-3-11-270,8 2 540,8-15-989,13-2 2968,4-8 0,3-4 0,5-1 0</inkml:trace>
  <inkml:trace contextRef="#ctx0" brushRef="#br0" timeOffset="-80684.73">1730 7312 7533,'-15'-13'4677,"-2"6"-3867,9 1 1168,-10 6 451,-2 0-1979,-1 0 89,3 12-179,4-4-540,7 17-179,13-5 449,14 6-90,14 0-90,5 6-180,0-5 0,-6 17 360,-13-15 90,-8 8-360,-24-11 270,-20 6 0,-4-10-3284,4-9 1,2-2 2564,6-3 629,-11-8 0,33-13 0,-4-7 0</inkml:trace>
  <inkml:trace contextRef="#ctx0" brushRef="#br0" timeOffset="-79731.73">1938 7403 7533,'-8'-20'4317,"2"1"-539,12 12-2519,13-16 450,-3 13-449,3-15 179,-14 18-450,-5 1-359,0 6-270,0 0 629,6 0-269,-4 6-91,9 1-359,-9 6-90,3 0 0,1 0 90,-4 29-90,4-16-450,-6 18 270,0-8-270,0-13-629,6 32 269,-5-19-90,5 9 91,0-14-361,-5-5 810,5-6 0,-6-7-269,6-7-181,-5-6 630,5 0 0,-6 0-270,0-6 0,6-1 180,1-12 90,11-1 0,-3-6 90,4 0-269,0 0 628,-5 6-269,-1 7 180,-7 2-90,-6 9-90,0-4 359,6 1-269,-5 3-180,5-3-90,0 5 0,-5 0 90,5 0-630,5 17 450,4 4 1,5 13 268,5-8-89,-5-2 540,0-15-270,-7 2 359,4-11-449,-8 0 720,16 0-631,-10-5-269,-2-3 180,-2 1 450,-10-10-91,5 8-449,-6-21-270,0 8 270,0-15-1349,0 9-360,-2-2 0,-2-1-360,-3-8 1529,0-11-1259,1 25 180,0 7-1979,5 9 899,-5-3 1979,0 12 540,5 0 0,-5 6 0,6 1 0</inkml:trace>
  <inkml:trace contextRef="#ctx0" brushRef="#br0" timeOffset="-78331.73">2796 7651 11131,'-13'-8'2158,"6"2"271,-11 6-630,4 6-360,-18 1-899,11 7 539,-10 16-719,17-7-90,1 9-180,7-2 360,6-8-271,6 3-628,1-6 359,12-6-4857,24 1 2608,-5-13 495,-7-3 0,0-3 225,-3-10 1619,9-4 0,-17 0 0,6-1 0</inkml:trace>
  <inkml:trace contextRef="#ctx0" brushRef="#br0" timeOffset="-77244.73">3473 7338 7533,'-13'0'1529,"5"0"-989,-3 0-181,9 0 811,-10 0-271,11 0-539,-5 0 899,6 0 1530,6 6-1080,1-4-270,12 9-899,-4-9-91,4 3-449,5 1 0,-2-4 180,21 3 270,-2-5-3329,-13-2 1,1-1 2834,1-1 1,0 0-1,17-3 1,-3 1 0</inkml:trace>
  <inkml:trace contextRef="#ctx0" brushRef="#br0" timeOffset="-77037.73">3603 7547 7533,'-15'0'5756,"3"0"-5216,12 0 1079,18 0-1259,-8 0-1080,20 0-3801,8-6 2092,-8-2 2429,19-5 0,-21 0 0,4 0 0</inkml:trace>
  <inkml:trace contextRef="#ctx0" brushRef="#br0" timeOffset="-76106.73">4643 6961 7533,'-7'-14'809,"-5"-3"91,5 15 809,-6-4-180,-6 23-90,-7 17-900,12-1 1,1 5-820,-1 4 1,2 2 458,1-2 1,3 3-300,4-6 0,3 2 1,-1-4-16,-2-2 0,2-2 135,4 8 0,2-1 0,3 9-990,6-20 541,6 14-2340,1-15 1440,12 3 449,-5-10 900,11-3 0,-5 1 0,6 1 0</inkml:trace>
  <inkml:trace contextRef="#ctx0" brushRef="#br0" timeOffset="-75781.73">5059 7091 7533,'-14'26'5577,"-4"12"-4678,11 3-539,-6-1 0,6 3-1,-5-10-179,11 12-1349,-5-4 449,6-2-1978,6-8 2698,1-5 0,6-6 0,0-1 0</inkml:trace>
  <inkml:trace contextRef="#ctx0" brushRef="#br0" timeOffset="-75363.73">5164 7195 8612,'12'-21'3958,"7"-2"-2159,-4 21 90,15-15-990,-3 8-449,12-4 0,-5 7-270,-8 6-1170,-8 0 990,-10 6-450,-3 7 360,-16 7 1,-10 6-91,-6 0 90,7-11-630,8 8 360,12-14 90,18 15-89,4-4-271,11 0 360,-1 11 360,-13-10 630,-6 11-91,-7-6 1,-18 0-360,4-5 270,-22 3-630,8-15 90,-10 8-3213,12-10 1504,1 0-965,0-1 2314,10-6-3206,-8 0 3566,16 0 0,-10-6 0,3-1 0</inkml:trace>
  <inkml:trace contextRef="#ctx0" brushRef="#br0" timeOffset="-75096.73">5579 7377 7533,'-7'42'5666,"7"0"-4136,30-22-1171,-5-5 495,4-8 1,2-3 135,6-4-361,7-11-449,-17 2 0,-9-10 1889,-10 1-810,-3-3-539,-10-11-540,-3 11-2159,-22-21-989,1 19 719,-10-9 1619,7 19-3417,12 7 4047,-4 6 0,3 12 0,-4 2 0</inkml:trace>
  <inkml:trace contextRef="#ctx0" brushRef="#br0" timeOffset="-73539.73">6178 7312 7533,'0'-7'1979,"0"-5"-810,0 11-90,0-10-89,0 9 179,0-4-629,0 6 1798,0 0-2068,6 0-90,0 0 0,8 0-2069,10-5 1709,-2 3-1079,21-9 449,-2 3 810,11-5 0,-12 0 0,-2 0 0</inkml:trace>
  <inkml:trace contextRef="#ctx0" brushRef="#br0" timeOffset="-72100.73">6828 6987 7533,'13'-33'2608,"-6"13"-1259,-2 2-989,-5 17 540,0-5 89,0 6-359,0 18-450,0-8 0,0 20 1529,0 2-810,0-3 360,0 26-1079,0-25-4291,0 19 4111,0-27 0,0 2-3059,0 1-89,0-4 630,0 6 2518,0-9 0,6-11 0,2-1 0</inkml:trace>
  <inkml:trace contextRef="#ctx0" brushRef="#br0" timeOffset="-71785.73">7179 6987 7533,'-20'0'3508,"-5"0"-3149,5 0 4139,-6 6-2249,6 1-1350,1 6-449,12 0-180,1 6-270,6-4 360,12 3-990,-4-5 450,29 6-540,-3-4 451,13 9-361,-15-15-629,-1 20 359,-17-14-89,-1 17 539,-7-12 180,-6-1-1979,-6 0 181,-18-5 808,-5 5 1260,-4-12 0,2-1 0,11-6 0</inkml:trace>
  <inkml:trace contextRef="#ctx0" brushRef="#br0" timeOffset="-71614.73">7114 7026 7533,'6'-40'5846,"1"8"-4406,12 13-1620,1 1 0,6 9-2968,12-9 1259,-4 11 1889,5 0 0,-7 7 0,-6 7 0</inkml:trace>
  <inkml:trace contextRef="#ctx0" brushRef="#br0" timeOffset="-71170.73">7349 6922 7533,'12'-20'6386,"1"7"-5576,0 1 89,6 11-179,7-5-450,1 6-270,0 0 179,-9 0-448,1 6 179,-5 1 90,-1 12 539,-7 13-539,-23-3 360,-5 14 0,-11-16-540,7 5 0,13-12-1349,8-1 90,10-12 449,14-1 721,-3-6-721,26 6-3032,-19 7 3843,3 1-91,-15 5 719,-5 11 451,-4-6 89,4 13-539,-6-16 1169,-6 9 2943,-7-14-3843,-19 14-89,-3-21-1350,-4 8 270,13-15-4497,8 3 4947,10-10 0,3-3 0,5-5 0</inkml:trace>
  <inkml:trace contextRef="#ctx0" brushRef="#br0" timeOffset="-70993.73">7803 7429 12030,'-7'-7'-1709,"1"1"-90,6 6 1799,0 0 0,0 0 0</inkml:trace>
  <inkml:trace contextRef="#ctx0" brushRef="#br0" timeOffset="-70450.73">8206 6883 7533,'-34'-17'3028,"0"-1"0,-1 5 1,3 2-2130,2 5-359,-5 6 269,8 0-449,6 6 0,-4 1-180,18 6-720,1 0 360,18 6-630,7-1 1,5 2 89,1 0 1,1 1-81,10 5 0,-1 1 170,5 11 181,-3-6-271,-17 0 71,6 1 469,-12 12 270,-2-16-359,-12 1 898,0-5-269,-12 2-360,-2-5 989,-7 1-449,-3-16-180,4 6 519,-12-5 650,-1 3-249,-1-9-1011,14 3-89,9-5 270,5-5-720,4-8 270,-4-8-90,12-10 0,7 3-269,2-10 89,3 11 0,1-11-450,-4 11 91,9-5-181,-9 0 91,3 5 269,-4-5 0,-1 12 270,0 1-809,-6-5 179,-2 14 91,-5-13-541,0 15 181,0-10 1079,0 9 0,-5-9 0,-2 11 0</inkml:trace>
  <inkml:trace contextRef="#ctx0" brushRef="#br0" timeOffset="-70143.73">8272 6727 11131,'26'19'1199,"1"1"0,9 18 1,-4 4-751,-12-10 1,-3 2-938,7 16 0,-4 1 847,-12-11 1,-3-2-180,-1-1 0,-2-2-180,-2-5 0,0 0-276,-2 4 1,-2 0-264,-15 15-91,7-19 0,-3-2-89,-18 5-2879,-11 3 3598,21-20 0,-8 8 0,18-11 0</inkml:trace>
  <inkml:trace contextRef="#ctx0" brushRef="#br0" timeOffset="-69752.73">8597 6649 7533,'18'-5'6116,"3"3"-5306,-1-4-540,5 6-180,-17 12 89,3-3 181,-11 21-180,0-15 180,-5 16 719,4-11-269,-5 6-540,6-11 1169,0 14-1259,0-25 90,11 19-990,-2-16 270,10 1 540,5-3-2338,-2-5-2340,10 0 4588,-12-5 0,-1-3 0,-6-5 0</inkml:trace>
  <inkml:trace contextRef="#ctx0" brushRef="#br0" timeOffset="-69121.73">9065 7195 7533,'6'7'539,"13"-1"1980,-4-6 539,39-6-4047,-17-1 134,-5 1 1,0-1-46,8-6 181,10 0 719,-27 0 0,7 0 0,-17 0 0</inkml:trace>
  <inkml:trace contextRef="#ctx0" brushRef="#br0" timeOffset="-68940.73">9312 7013 11311,'-24'23'1469,"1"0"0,2 0 0,4-1-1109,4 12-450,7-3 90,0-5 0,4-6 180,-3 5 449,5-11-4137,5 28 3508,-3-23 0,15 23 0,-2-22 0</inkml:trace>
  <inkml:trace contextRef="#ctx0" brushRef="#br0" timeOffset="-68354.73">9937 7351 7533,'0'-13'4947,"0"6"-5577,5 1-719,2 6 1349,12-6 0,1-1 0,6-6 0</inkml:trace>
  <inkml:trace contextRef="#ctx0" brushRef="#br0" timeOffset="-68209.73">10287 7312 7533,'13'-13'449,"6"6"1,2 1 0</inkml:trace>
  <inkml:trace contextRef="#ctx0" brushRef="#br0" timeOffset="-68076.73">10691 7312 7533,'-22'7'539,"28"-1"1,11-12 0,20-1-1</inkml:trace>
  <inkml:trace contextRef="#ctx0" brushRef="#br0" timeOffset="-67919.73">11081 7364 7533,'-15'0'5936,"4"0"-7825,16 0 540,9 0 1349,0-5 0,11 3 0,-6-4 0</inkml:trace>
  <inkml:trace contextRef="#ctx0" brushRef="#br0" timeOffset="-66796.73">12732 6610 7533,'-41'-14'4767,"-2"2"-3058,12 24-989,2 8-857,-8 11 0,2 6 362,17-12 0,1 3 584,-7 14 1,-3 6 0,6-5-586,11-13 1,3-1-270,-10 24 0,5 3-989,17-5 0,6-3 314,-5-9 0,3-1-1139,5-2 0,3 2 1,3-6 1858,9-7 0,1-4 0,-2-4 0,-1-3 0,1-4 0,1-1 0</inkml:trace>
  <inkml:trace contextRef="#ctx0" brushRef="#br0" timeOffset="-65658.73">12928 6857 7533,'-8'-14'1079,"2"-4"-719,6 17 1529,0-11 180,6 5-540,-4-6 540,4 6-540,-6 1-1170,0 12 1261,0 1-91,0 24-1170,-6-3 451,4 23-405,-6-22 0,-1 0 134,6 20-854,-6-7 1,1 1-589,7 9-581,-3-17 0,2 0-855,14 9-1619,2-16 1979,6-4 990,-1-17 989,11-1 0,-7-6 0,15 0 0</inkml:trace>
  <inkml:trace contextRef="#ctx0" brushRef="#br0" timeOffset="-65330.73">13408 6753 7533,'-41'34'2158,"-1"0"1,12-3 0,4 2-1710,-1-1 1,4 2-241,12 6 0,4-2 151,0-5-135,10 1 0,5-1-225,14 1 179,11 0-179,5-10 245,-5-17-65,-6-1 269,-2-6-54,-7 0 144,3-12-449,-1 4 270,-1-17-180,-6 11 383,-6-16-473,-1 8-360,-18-10 90,-8 12-1709,-25 7 900,9 7 449,-7 12-2428,11 1 1349,10 12 180,-8 1 591,21 1 0,-3 3 0,12-4 0</inkml:trace>
  <inkml:trace contextRef="#ctx0" brushRef="#br0" timeOffset="-64979.73">13630 6909 7533,'26'-34'6206,"0"3"-4947,23 24-1618,-17 7-1,17 13 270,-23 7 405,-16 9 0,-5 3-585,-5 14 45,-8-11 0,-5-1 112,1-7 0,-3-3 203,-17 16-90,12 0 0,7-15 360,7 0-271,6-10 1,6 3 0,7-10-539,1 3-2160,39-15 2609,-19 2 0,-6-3 0,0-3 0,4-4 0</inkml:trace>
  <inkml:trace contextRef="#ctx0" brushRef="#br0" timeOffset="-64001.73">14176 7013 7533,'-14'-13'5577,"-4"6"-4858,17 1-359,-5 6 449,6 0-629,17 0-1079,5 0 269,29 0-1619,-3 0 540,4 0 1709,-2 0 0,-15 0 0,2 0 0</inkml:trace>
  <inkml:trace contextRef="#ctx0" brushRef="#br0" timeOffset="-63666.73">14969 6688 7533,'-13'0'5666,"1"0"-5126,-2 0-360,2 0 0,4 0 1349,3 6-180,-1 1-719,4 0 989,-9 17-1169,9-9 629,-4 35-449,6-14-900,0 20 180,-5-10-386,3 0 386,-3-6 180,5-15-2249,0 6 1800,0-15-4409,0 20 1440,0-20 3328,5 3 0,3-8 0,4-4 0</inkml:trace>
  <inkml:trace contextRef="#ctx0" brushRef="#br0" timeOffset="-63354.73">15281 6792 7533,'-39'3'2758,"0"0"0,5 2 1,9 3-2759,19 1 180,18 20-90,2-13-270,18 15 270,1 1-90,-5-10-360,-3 8 0,-12-4 0,-1 7 271,-4-5 89,-3-4 0,-5-11-90,-5 0 0,-3 0-720,-4 0 270,-1-5 271,-6-3 89,4 1-3508,-15-4 2840,8 3 0,-4-10 0,8-3 0</inkml:trace>
  <inkml:trace contextRef="#ctx0" brushRef="#br0" timeOffset="-63195.73">15152 6857 7533,'26'-40'4587,"6"8"-4497,-11 13 90,9 12-1170,2-4 361,3 9 629,16-10 0,-17 11 0,4-5 0</inkml:trace>
  <inkml:trace contextRef="#ctx0" brushRef="#br0" timeOffset="-62751.73">15516 6740 7533,'-8'-7'4137,"8"1"-2608,8 6-719,5 0 359,11 0-719,-8 0 180,15 0-450,-17 0 0,5 0-270,0 0-360,-5 12 360,-1 8 90,-7 2-450,-6 2 90,-6-5 90,-1-5 91,-6 5 89,0-6 90,6 0-90,1-6 90,6 5-90,0-11-360,0 11 0,0-5-719,6 6 179,7 6 631,1-4 359,11 15 90,-16-14-90,2 8 899,-11-5-629,0-4 629,0 15-539,0-14-90,-6 8 1439,-7-11-899,-7-5 719,-23 3-1079,18-4-1260,-29 0 810,43 5-3958,-18-11 3778,22 5 180,-1-6 0,14 0 0,9 0 0</inkml:trace>
  <inkml:trace contextRef="#ctx0" brushRef="#br0" timeOffset="-62450.73">15984 7234 12570,'0'0'0</inkml:trace>
  <inkml:trace contextRef="#ctx0" brushRef="#br0" timeOffset="-61778.73">16335 6792 10951,'-28'-18'1619,"0"0"0,2-2 0,4 5-1259,3 14-180,5-5 0,-5 6 269,6 0-269,6 6-360,1 7-90,6 1-3032,12 11 2403,-4-11-1348,17 11 2067,-11-11-1259,10 17 809,-3-4 0,-1 18 271,-1-5 179,-11 0-180,-2-3 450,-6-15-180,0 8-180,0-4 450,0-4 809,0 14-629,-6-20 0,-2 14-360,-5-21 3866,-6 3-2247,-7-12-1169,5 0 90,-10 0-270,17 0-91,-5 0-268,6 0-1,5 0 3572,-3 0-3482,10 0 0,-5-6 0,6 4 89,0-10-358,18-12-541,3-17 990,7 5-3392,-4-6 2942,-17 28-9,5-5 189,-11 12 0,11-10 90,-5 14 0,6-15 0,6 5-90,1-7 3344,-6 6-1455,9-21-392,-20 24-418,15-26-359,-17 23-271,5-5 451,-6 0-630,0 11 180,-6-10-630,5 17-1439,-5-11 450,6 11-2070,0-5 811,0 0 1528,0 5 451,0-5-2070,0 1 1530,0 3 359,0-9 720,0 9 0,-12-10 0,-2 5 0</inkml:trace>
  <inkml:trace contextRef="#ctx0" brushRef="#br0" timeOffset="-60975.73">16478 6545 7533,'19'-7'4047,"7"7"-3777,-4 7 1079,14 23-89,-20-1-676,-4 1 1,0 2-4207,2 18 3802,-8-23 0,0 3 60,-1 8 0,-1 5 0,0-4 28,3-8 0,-1 2-358,-3 16 0,-1 8 0,0-7-135,2-15 1,-2-4 134,-4 9 0,-2-3 0,-3 6 90,-12-23-90,-7 11-810,5-15-2428,-16 14 2159,16-16 1169,-5-1 0,7-7 0,6-6 0</inkml:trace>
  <inkml:trace contextRef="#ctx0" brushRef="#br0" timeOffset="-60252.73">16725 6467 7533,'6'-7'4407,"24"-10"-3687,1 14-360,19-9-1,-17 12-449,-7 0 180,-7 0-449,-11 12 449,-2-3-1,-6 9-89,-6 13 0,4-14 0,-10 25 360,5-26 1529,0 14-1169,2-22-540,5 10-180,0-11 449,5 1-1798,2-3 720,6 1 359,6-4-3958,25 3 1799,-7-5 2429,8 0 0,-15 0 0,-9 0 0</inkml:trace>
  <inkml:trace contextRef="#ctx0" brushRef="#br0" timeOffset="-59261.73">17466 6883 7533,'-13'-7'359,"6"1"541,-4 6-630,3 0 629,1 0-269,1 0-270,6 0 0,-5 0 719,4 0-90,-5 0-629,6 0 180,0 0 269,11 0-629,4 0-719,5 0 269,10 0 270,-9 0 270,12 0-1710,-2 0-628,-9 0 2068,14 0 0,-20-5 0,8-3 0</inkml:trace>
  <inkml:trace contextRef="#ctx0" brushRef="#br0" timeOffset="-59060.73">17493 7013 7533,'-8'7'5666,"8"5"-4406,13-10-1170,8 4-90,11-6-990,0 0 361,8 0-2070,-13-6 2699,9 4 0,-14-10 0,10 5 0</inkml:trace>
  <inkml:trace contextRef="#ctx0" brushRef="#br0" timeOffset="154688.26">18286 5232 7533,'-7'-7'2968,"-5"1"-1619,11 0-719,-5 5 1079,6-5-810,0 6 631,0 0-451,-6 6-539,4 1 269,-4 18-179,6 2 179,0 23-89,0-2-548,0-16 0,0 0 188,0 10-90,0 1-90,0-11 90,0-5 102,0 17-642,0-4 360,0 6 360,-5-1-270,3-18-2699,-3-2 540,5-6-989,0-5 809,0 5 1709,0-12-1426,5-1 617,-3-6 1259,21 0 0,-13-6 0,15-1 0</inkml:trace>
  <inkml:trace contextRef="#ctx0" brushRef="#br0" timeOffset="155244.26">18468 5349 8432,'-15'-22'4588,"10"-1"-4319,12 22 451,23-5-540,-13 0 360,32-1-361,-33 0 1,15 1-90,-12 0-90,1 5 90,0-5 0,5 0 0,-16 5-90,14-5 180,-20 6-450,14 0 180,-15 0 0,9 12 270,-10 2-180,5 12 90,-6 0 180,0 6-180,0 7 180,-6 13-3263,5-10 2993,-5 1 360,1-5 90,-3-4-270,1 11-90,-5-12 89,11-7-898,-11-1-4770,11 1 2880,-5-5 3651,6-2-2121,0-13-540,0-6 1619,0 0 0,0 6 0,0 1 0</inkml:trace>
  <inkml:trace contextRef="#ctx0" brushRef="#br0" timeOffset="155474.26">18559 5648 7533,'0'-27'4497,"0"2"-3867,6 18 179,6 1-629,9 6-4161,-1-6 4160,5 5-1207,-11-5 1207,5 6-1168,6-6 449,-4 5 360,5-11 180,-7 11-1978,-6-5 1978,17 0 0,-12-1 0,12-6 0</inkml:trace>
  <inkml:trace contextRef="#ctx0" brushRef="#br0" timeOffset="155914.26">19001 5414 7533,'13'-14'3508,"-6"-4"-2249,16 17-809,-12-5 89,30 6-359,-23 0-450,24 6 450,-32 1-3662,13 12 3662,-22-5 0,5 11-1196,-6 7 836,-6 2 180,-7 5 270,-7-7-90,-6-6 540,6 0-91,-5 0 181,11 0 2437,1-11-2977,2 8 891,9-15-1161,-4 11 180,6-6 179,6 0-898,1 0-1,12 0-270,-5-6 361,5-1-901,0-6 721,-4 0-2339,21 0 2428,-19 0-1439,19 0 1979,-16 0 0,0-6 0,-1-1 0</inkml:trace>
  <inkml:trace contextRef="#ctx0" brushRef="#br0" timeOffset="156279.26">19483 5531 7892,'-29'34'959,"1"0"1,1-2 0,7-2-151,12-2-89,3 2 0,10-10-181,3 6-179,10-6-180,-3-7 1349,15-7-1349,-14-6 1529,20-6-1349,-20-1 719,20-23-359,-20 12-91,-3-7 1,-2-3-270,-3 4-405,-4-6 0,-3-1-135,-6 1 360,-9-26 0,0 33-1529,-22-7-6207,7 29 5847,-4 8 719,9 7 990,16 5 0,-3 0 0,3 1 0</inkml:trace>
  <inkml:trace contextRef="#ctx0" brushRef="#br0" timeOffset="156617.26">19899 5752 8342,'0'-7'7286,"0"1"-6926,0 6-3149,0 0-89,0 6 2878,0-5 0,6 5 0,0-6 0</inkml:trace>
  <inkml:trace contextRef="#ctx0" brushRef="#br0" timeOffset="157052.26">20289 5375 7533,'-6'-7'899,"4"-5"-89,-21 5 269,8 0-629,-11 1 0,1 6 809,16 0-180,-8 0-449,10 0-900,0 6 270,1-5 90,6 11-900,0 1 810,6 1-989,12 11 539,4 1-89,10 7 179,-7 0 360,-4 5 0,3-5-90,-3 12 90,-7-22-90,-3 12 720,-11-21-630,0 6 89,-5-1 1081,-8-6-630,-7-6-1260,-6-1-989,5-6 450,3 0 989,11-6-578,-5-1 0,11-6 0,-5 0 0</inkml:trace>
  <inkml:trace contextRef="#ctx0" brushRef="#br0" timeOffset="157261.26">20224 5349 7533,'6'-7'4497,"18"-5"-3238,5 5-899,4 0-90,-8-5 90,-1 5-720,-2-6 360,10 0-2698,-6 0 2428,-6 6 270,11-5 0,-16 5 0,10-6 0</inkml:trace>
  <inkml:trace contextRef="#ctx0" brushRef="#br0" timeOffset="168588.27">18963 3295 7533,'0'-7'1259,"0"-5"810,0 5-810,5-1 180,-3 8-449,3 19-541,-5 3 541,0 10-3842,-5-1 3301,3-3 91,-9 27-404,9-6-181,0-17 0,-2 1-540,1-4 1,0-1-46,2 19-1529,-5-8 450,12-7 1709,1-6 0,6-6 0,0-1 0</inkml:trace>
  <inkml:trace contextRef="#ctx0" brushRef="#br0" timeOffset="169118.27">19287 3373 7533,'15'-42'4227,"-9"12"-3687,-14 24 629,-28 12-809,17 6 135,-13 6 0,-1 2-316,14 10-134,-9-2 0,2-1 135,10-4-540,-3 25-629,13-31 180,18 13-1,8-22 0,19-8 810,-4-8 270,-4-5 0,-2-4 90,-2 0-90,0-6 0,-1-2 179,-10 2 631,2-3-181,-12 15-359,-6 22-360,-6 4 0,-7 34-720,-12 0 74,13-14 0,2 1 421,-3-6 0,1-1 135,5 23-5577,7 4 5487,1-31 0,11 15 0,-4-25 0</inkml:trace>
  <inkml:trace contextRef="#ctx0" brushRef="#br0" timeOffset="169504.27">19678 3321 7533,'0'-22'3778,"-6"5"-1710,-2 23-1348,-5 7-360,-5 7 44,2 3 1,0 3-4151,-7 11 3926,4-10 0,2 3-180,6-2 0,1 0 237,-3 2 0,0 1-192,5 2 0,2 0-114,1 0 1,4-2-472,8 9 45,12-16 1,4-5 854,15-3 89,14-4-449,-21-25 3033,-6-13-2223,-5-1 703,-5-11-1513,-4 16-58,-16-8-211,-20 21-901,-10 3 630,-5 13-764,11 7 0,3 3-495,-4 12 1394,10-7 0,2 1 405,5 4 0,13 4 0,8-11 0</inkml:trace>
  <inkml:trace contextRef="#ctx0" brushRef="#br0" timeOffset="169853.27">19990 3463 7533,'-42'8'1259,"6"4"-1079,23-5 1259,-12 17-270,3 10-899,-4 0 0,18-4 0,3 1-90,-1 1-180,16 4 0,4 0 180,-3-10-90,14 0 0,4-4 539,-5-14 91,25 4-360,-27-12 809,14-23-359,-14-1-91,4-20-179,-7 5-360,-12 0-180,-1 5-540,-29-9 540,11 14-495,-16 12 1,-3 2 314,5 2-4318,-29 19 4498,33 9 0,-2 11 0,10 0 0</inkml:trace>
  <inkml:trace contextRef="#ctx0" brushRef="#br0" timeOffset="170231.27">20340 3711 7533,'6'-13'5487,"-4"6"-3958,4 1-180,-6 6-7556,0 0 6207,0 6 0,0 1 0,0 6 0</inkml:trace>
  <inkml:trace contextRef="#ctx0" brushRef="#br0" timeOffset="170649.27">20666 3334 7533,'0'-28'7196,"0"4"-6387,0 17 1170,0 1-1529,0 23 1798,0-7-5330,0 20 3802,0-9-342,0 5 701,0 0 91,-6 17-811,5-13-764,-2 1 1,0-1 404,-3 0 0,5 14-4048,-5 5 3868,6-17 180,0 11-6296,0-13 6296,0-20 0,-6 19 0,-1-14 0</inkml:trace>
  <inkml:trace contextRef="#ctx0" brushRef="#br0" timeOffset="188471.27">18351 6701 7533,'0'-7'4947,"-12"24"-3508,-2 12-989,1 1 0,0 4-136,3-3 1,0-1-4386,-9 23 4250,6-4 1,5-22 860,3 11-860,-1-16 0,4 14-1530,-3-9-1528,5 6 1079,0-1-720,5-6 1440,-3-5 1079,9-8 0,-3-2 0,5-4 0</inkml:trace>
  <inkml:trace contextRef="#ctx0" brushRef="#br0" timeOffset="188862.27">18611 6805 7533,'0'-14'3508,"-6"2"-2879,5 12 541,-17 6-451,4 13-179,-12 8-360,6 7 90,1-10 0,2 1-3483,5 5 3393,-17 7-2319,22-12 1779,0-10-450,1 9 361,6-9 89,0 3-90,0-5 3142,0-6-2512,12 5 3559,8-11-3469,2 5-90,19-12-90,-23 5-1260,29-11 991,-18 5-1,10 0-1260,-13 1 181,5 6-720,-10 0 1979,5 0 0,-1-5 0,-4-3 0</inkml:trace>
  <inkml:trace contextRef="#ctx0" brushRef="#br0" timeOffset="189090.27">18819 6936 7533,'-27'0'3598,"2"5"-1889,3 19 0,2 6-990,0 0-629,-2 6 0,2 0-1349,7-3 719,6-5-2068,7 8 1348,2-20 1260,9 8 0,2-11 0,7 0 0</inkml:trace>
  <inkml:trace contextRef="#ctx0" brushRef="#br0" timeOffset="189483.27">19079 6792 7533,'-19'-7'2788,"-1"1"-2428,6 6 359,-4 0-179,17 0 180,-5 0-540,6 6 0,0-5 179,0 17 1,6-10 180,7 23-630,13-9 90,-4 9 180,14-5-540,-20-6 180,14 11-539,-16-4 179,5 6-180,-12 5 360,-1-5 270,-12-5-359,-1-4-181,-12-11-629,0 0 179,-8-6 1080,1-1 0,6-6 0,2 0 0</inkml:trace>
  <inkml:trace contextRef="#ctx0" brushRef="#br0" timeOffset="189669.27">19001 6857 8342,'39'-40'2969,"-6"8"-2340,-8 16 1,0 2-270,5-2 44,0-3 1,1 1-495,5 8-2159,9-13 1980,-19 22-3059,-2-5 3328,-10 6 0,6 0 0,-7 0 0</inkml:trace>
  <inkml:trace contextRef="#ctx0" brushRef="#br0" timeOffset="190122.27">19730 6623 7533,'-26'0'3508,"-12"6"-2429,-8 13-970,16-7 1,0 3 294,2 6 1,3 3-450,1 1 0,3 2 45,1 26-330,9-1 151,16-13 179,3-13 449,4-7-1078,7-11-91,7-3 1,13-22 179,2-5 270,-8-5 1106,-3-4-746,-10 5 540,1-12-181,3-3 451,-9 2-720,4 19 449,-12 2-94,-2 17-265,-5-5 89,0 18 1,-17 14 270,1 20-271,0-18 1,0 3-270,5 15 0,2 2-1214,-1-11 0,1-2 1079,5 5 0,1-3-1394,-2 6 629,10-17-1799,-4-5 2609,5 3 0,-6-4 0,0 6 0</inkml:trace>
  <inkml:trace contextRef="#ctx0" brushRef="#br0" timeOffset="190315.27">19963 7208 8792,'-7'0'4677,"2"0"-3687,5 0-1440,0 0-2338,5 6 2788,3-5 0,5 5 0,0-6 0</inkml:trace>
  <inkml:trace contextRef="#ctx0" brushRef="#br0" timeOffset="190686.27">20496 6649 7533,'-40'6'7555,"-3"13"-6655,4 20-1253,21-13 1,1 1 442,-3 0 0,3 0 0,2 23 89,-2 1-206,15 2 117,2 1-449,14-4 841,0-16-572,11-8 90,-5-13-180,6-8 1259,23-10-449,-11-8 412,6-8-682,-19-5 377,-18 6-1547,-36-5-269,-3 17 224,4 1 1,-1 2-585,-11 11 1439,15 1 0,6 6 0,6 0 0</inkml:trace>
  <inkml:trace contextRef="#ctx0" brushRef="#br0" timeOffset="-202196.46">14397 8040 6633,'2'-14'6117,"-16"2"-4408,-7 12-450,-17 0 270,11 0-360,-5 0-539,12 6-270,1 7 90,12 2 179,7 15-4021,7-14 3392,6 14-180,6-4 90,1 7-89,6 7-147,-6 4 236,-7-3 90,-7 9 270,-18-10-180,-8 5 80,-7-17-440,0-9 0,-1-2-179,-10 5 1560,-6 4-2909,19-13-1261,18-7 901,1-6 2246,24-12 0,-9 3 0,16-10 0</inkml:trace>
  <inkml:trace contextRef="#ctx0" brushRef="#br0" timeOffset="-201875.46">14826 8040 7533,'-26'-14'3643,"-1"1"0,-24-6-2294,6 13-720,-1 12 990,6 1-359,2 12-990,24 7-180,14 2-180,26 15 90,-4-25 0,2-1-380,3 7 1,-1 2 109,1-3 0,-2 0 360,-4 2 0,-3 2 0,-3 2 0,-3 0 51,1 19 39,-26-10 0,-9-3-90,-11-1-1170,2-11 1,-2-4-2339,-6-13 1799,19-6 720,3 0-91,9-6 990,1-1 0,-5-7 0,5 1 0</inkml:trace>
  <inkml:trace contextRef="#ctx0" brushRef="#br0" timeOffset="-201273.46">15008 8196 7533,'-7'-42'9830,"-4"6"-5269,9 29-3661,-4 13-360,6 2 89,6 29-179,1-3-270,7 7 629,-7-4 1,4 1-720,3 2 90,-6 1-450,10-4 270,-6-5-450,3 7 90,9-4-359,-4 8 269,1-27 180,-8 7 90,-2-21-539,3 3-91,6-10 720,0-8-90,-1-13-89,-7-2 628,-4-4-269,3-11 630,-3 1-450,-1 2-90,-1 9 0,-1 13-1,-3 3 361,3 2-180,-5 7-630,6 12 0,1 7 270,1 7-270,3 6 1,-3 12 269,5-9 269,0 14-89,11-4 0,-8-4 720,14-9-630,-10-14-1,-5-12 1,8-6 1349,-8-13-629,5-8-810,-1-24-180,-12 3-495,-4 16 0,0 1 225,-3-17-1079,-1 11 0,2 0-3567,4-13 2758,-3-2-4499,3 21 6657,-5 24 0,6 1 0,2 6 0</inkml:trace>
  <inkml:trace contextRef="#ctx0" brushRef="#br0" timeOffset="-200522.46">16895 8196 7533,'-19'0'9830,"16"0"-9406,16 0 655,16 0-2068,15 0-1980,13 0 1620,-20 0-2698,18 6 4047,-33-4 0,2 9 0,-11-4 0</inkml:trace>
  <inkml:trace contextRef="#ctx0" brushRef="#br0" timeOffset="-200351.46">16881 8366 7533,'38'7'9174,"2"-1"-8814,1-6-561,-9 0 560,4 0-5576,-2 0 5217,7 0 0,-10-6 0,-12-1 0</inkml:trace>
  <inkml:trace contextRef="#ctx0" brushRef="#br0" timeOffset="-179935.46">17870 8027 7533,'0'-14'2248,"-6"-3"-808,-1 15 1978,-18-4-1889,3 12 270,-9 1-810,4 18-629,13 2-540,9 7 90,12-8-450,23 10 450,-13-13-270,5 0 1,-2 3 449,-4 20-90,3 2 90,-19-3 0,-19-13-2159,-3-12-4138,-9-7 6207,5-8 0,5-10 0,3-3 0</inkml:trace>
  <inkml:trace contextRef="#ctx0" brushRef="#br0" timeOffset="-179774.46">17701 8092 7982,'13'-34'450,"0"3"2788,17 13-2114,3 2 1,4 0-1035,-10 4 0,0 1-675,12-3 1,2 3-991,-6 6 1,-2 4 511,13 7 0,10 1 1,-32 7-1</inkml:trace>
  <inkml:trace contextRef="#ctx0" brushRef="#br0" timeOffset="-179592.46">18338 7885 7533,'-24'29'3276,"-1"1"1,-2 16 0,6 0-2583,12 3-1509,3 2 1,1-1-1435,-1-11 1537,5-8 0,1 0-1716,-6 9 2481,6-7 1,0-7 0,0-8 0</inkml:trace>
  <inkml:trace contextRef="#ctx0" brushRef="#br0" timeOffset="-179230.46">18546 7988 9691,'0'-7'3239,"0"2"-901,-6 5-629,-1 11 90,-12 9-539,-1 13-1126,4 6 1,1 2-135,-8 2 180,14-2 0,0-4-1439,-3-15 0,10 8-270,-4-21 269,6 8 810,0-15 181,6 3 628,13-10 1,3-8-270,16-2-450,-11-3 270,17 10-1079,-10-3 90,17 9-1170,-11-4 630,5 6 1619,-12 0 0,-6-6 0,-8-1 0</inkml:trace>
  <inkml:trace contextRef="#ctx0" brushRef="#br0" timeOffset="-179007.46">18845 8040 7533,'-31'9'4407,"0"0"1,-18 7-3239,30 15-539,6-4 539,-6 21-2158,5-10 629,7-7 0,1 0-809,1 10 539,10-2-2878,2-7 3508,12-12 0,-5-2 0,5-5 0</inkml:trace>
  <inkml:trace contextRef="#ctx0" brushRef="#br0" timeOffset="-178722.46">19066 8092 7533,'-21'21'959,"0"-1"1,-1 1-1,3 1 210,4 11-6019,8 18 5749,20-15-539,3 1 1678,14-18-1318,-15-11-270,3 3 769,-5-9-230,0 4 1530,18-30-1889,-20 13 1695,8-14 1,-3-4-1696,-13-1-765,3 3 0,-1-2-1574,-5-18 629,-11 1-1978,2 19 539,-15 4-1438,-3 27 3957,0-2 0,-5 11 0,6-1 0</inkml:trace>
  <inkml:trace contextRef="#ctx0" brushRef="#br0" timeOffset="-177680.46">19443 8430 7533,'0'-7'4767,"0"1"-4047,6 6-361,1 0-2427,1 0 628,9 0 592,-15 0 0,16 0 0,-11 0 0</inkml:trace>
  <inkml:trace contextRef="#ctx0" brushRef="#br0" timeOffset="-177290.46">19534 8158 7533,'46'-22'1589,"0"0"0,4 2 0,-5 5-1229,-15 15 179,25 12-179,-26 2 0,-3 13-90,-15 4-90,-11 2-90,-17 6 404,2-13 1,-3-1-135,-2-4 0,-2 0 179,-4 5 1,2-2 180,-4 4 89,9 2-89,14-10-540,5 1 90,17-2 89,5-12 1,22-2-2024,-12-4 0,0-2-1754,18-4 2739,-18 5 1,-1-2 0,2-9-1,-2 4 1</inkml:trace>
  <inkml:trace contextRef="#ctx0" brushRef="#br0" timeOffset="-164169.46">1886 10316 7533,'0'-13'3238,"0"0"-2339,0 6-269,0-5-270,0 10 2518,-6-9-1798,-7 9-271,-7-3 180,-12 5-629,5 0 494,-7 8 1,1 1-675,4-4 0,-18 18 270,35-16-270,11 6-540,-5 0 360,6 0-270,6 0 180,1-1-270,17 1 91,9 6-1,14 1 90,-18-8 0,-1 2-140,-3 1 1,-2 2 229,4-1 1,-3 1-78,3 22-13,-8 0 629,-19-6 361,-13 5-360,-19-11-540,-2 5 0,-5-12 0,7-1-810,-6-6 451,15 0-1080,-19-6-7556,26-30 9085,3 4 0,20-24 0,14 17 0</inkml:trace>
  <inkml:trace contextRef="#ctx0" brushRef="#br0" timeOffset="-163776.46">2432 10173 7533,'-40'-21'3013,"10"13"0,-1 3-494,-12 5-1755,10 5 1,2 3 314,-10 13-89,4 16-1440,22-8 450,15 3-450,21-7 270,17 1 450,9 6-1010,-1 2 200,-7 3 720,-19-4 162,-8 6 377,-18-6-89,-13-1-360,-2-6 90,-17-12-2519,11 4 360,-5-17 450,6-1-2609,6-7 3164,1-6 1,6 0 0,0 0 0</inkml:trace>
  <inkml:trace contextRef="#ctx0" brushRef="#br0" timeOffset="-161169.46">2692 10329 7533,'0'37'1589,"-1"0"0,-2 1 0,1-2-779,14 16-451,-8-22 1,-1-1-180,4 13 0,-1 0 0,0-16 270,-4 1-271,4-1-269,-6-7 270,0-12 270,0-1-630,-12-6 90,9 0 180,-15-6 0,17-1-450,-11-23 450,5-5 45,3 7 0,1-2-45,-2-23 225,4 21 0,2 0-90,1 2 0,1 1 224,2 0 1,3-1 179,8-8 1,5 1-405,-1 8 0,2 2-259,6-6 0,2 2 34,-1 10 0,0 4 0,-2 2 0,-1 3-360,27-1 180,-20 8-629,3 5-1,-15 5 450,-1 26 630,-25 5-495,-22 5 1,-8-1 179,14-19 0,-1-2 449,-13 12 1,3-3 315,8-8-113,9 6-1416,2-6 359,24-1-629,34-6 359,-3 4 1,1 2 629,-8-8 0,-3 3 449,5 12 1,-7 3 3148,-17-6-3058,-29 8 0,-9-3 0,2-13-46,-18 7 1,-2-4-225,11-17-1305,2 3 1,-1-2-675,3-8-3598,-4 5 5397,13-11 0,6 5 0,0-6 0</inkml:trace>
  <inkml:trace contextRef="#ctx0" brushRef="#br0" timeOffset="-157598.46">3824 10380 7533,'-15'0'1439,"-2"0"-450,9 0 271,1 0 718,-4 0-179,10-6-719,-5 5-451,23-10-269,-1 4 1349,16-6-989,5-6-720,-8 10-270,14-8 180,-4 16-1799,8-5-630,-15 5 1,-1 2-1,7 5 2519,-2 1 0,-36 12 0,-7 1 0</inkml:trace>
  <inkml:trace contextRef="#ctx0" brushRef="#br0" timeOffset="-157447.46">3915 10471 7533,'6'7'6116,"6"-7"-5756,3-1 0,9-11-180,31 5 0,-26 0-1485,10 3 1,-1 2-1574,-20 2 2878,18 0 0,-22 0 0,-1 0 0</inkml:trace>
  <inkml:trace contextRef="#ctx0" brushRef="#br0" timeOffset="-147411.46">4929 10056 7533,'13'-28'3238,"0"-8"-2878,-6 20 1798,-1-3 1171,-6 14-2070,0 5 810,0 5-270,0 9-540,0 11 0,-6 14-359,-1 13-271,-4-11 1,-3 1-540,6-10 0,1 1-526,-4 6 0,3-3 615,2 3-1078,0-14 539,5 0-3508,-5 6 720,12-2 810,1 3 269,6-13 630,0-12-388,6 5 1827,-5-11 0,5-1 0,-6-7 0</inkml:trace>
  <inkml:trace contextRef="#ctx0" brushRef="#br0" timeOffset="-147026.46">5280 10199 7533,'0'-22'3238,"0"-1"-2069,0 21 1,-11 2-271,-3 8 270,-13 16-269,7 4-540,1 5-1,12 5 91,1-5-90,18 0-360,8-8 180,7-6 360,22-6-271,-12-12 406,-2-15 0,-3-7-316,-6-13-179,-6 4 0,-5-1-180,-15-3-90,-17-3-1169,1 15 270,-16-2 809,12 11-2069,1 5 270,1 3-899,3 16 1528,2-2 631,7 16 719,6 0 0,0 3 0,0 4 0</inkml:trace>
  <inkml:trace contextRef="#ctx0" brushRef="#br0" timeOffset="-146565.46">6073 9783 7533,'-33'-8'2248,"2"14"-1888,-7 20-180,9 9-90,10-12 0,1 4 2398,-2 16 1,1 7 0,3-4-3290,4-9 0,2 1 860,-4 14 1,-1 7 0,9-8-555,13-16 1,5-2-1619,8 15 1,5-1 403,-5-17 0,3-2 1709,6 7 0,-2-4 0,1-10 0,-3 4 0</inkml:trace>
  <inkml:trace contextRef="#ctx0" brushRef="#br0" timeOffset="-145076.46">6243 9952 7533,'0'-8'3238,"-6"3"-1889,4 5 1080,-4 17-1800,1-1 541,3 39-721,-9-17-719,10-7 1,0-1-1,-5-1-1439,6 25 629,6-30-1438,1 20 2518,1-18 0,3 0 0,-3 0 0</inkml:trace>
  <inkml:trace contextRef="#ctx0" brushRef="#br0" timeOffset="-144709.46">6450 10017 7533,'21'-35'4497,"4"5"-3777,-17 22-181,9-3 451,8 15-630,-7-2-1080,12 16 360,-29 20-89,4-14-1427,-15 4 0,-3-2 1696,2-9-90,-19 25 540,9-20 0,2 10 269,0-6-359,12 0-180,1-12 3752,12 9-3572,1-14-540,12 10 90,6-12-1259,3-1-1529,10-6 1079,-5 0 1979,-11 0 0,1 0 0,-16 0 0</inkml:trace>
  <inkml:trace contextRef="#ctx0" brushRef="#br0" timeOffset="-144291.46">6997 9977 8072,'-27'-5'5397,"-4"3"-5217,23-4 1079,-16 6-1079,21 6 180,-8-4 0,5 9-180,5-3-540,1 16 1170,7-8-1080,23 26 360,-1-7-270,-9-13 0,-1 2-90,1 15-629,-14-1 539,-8-17-1349,-15 4-1170,3-6 1440,-6-11 1079,1 4 360,6-12 0,0 0 0,0 0 0</inkml:trace>
  <inkml:trace contextRef="#ctx0" brushRef="#br0" timeOffset="-144120.46">6880 9977 7533,'6'-31'6386,"19"4"-6296,3-5-1259,23 12 539,-5 1 1080,-5 11-1513,-10 3 0,-12 10 0,-6 3 0</inkml:trace>
  <inkml:trace contextRef="#ctx0" brushRef="#br0" timeOffset="-143856.46">7322 10316 9871,'-13'0'3328,"6"0"-2158,1-6-1980,12 5-899,-5-5 1709,23 0 0,-14-1 0,14-7 0</inkml:trace>
  <inkml:trace contextRef="#ctx0" brushRef="#br0" timeOffset="-143509.46">7452 9900 7533,'-1'-28'9830,"49"-2"-8507,-7 21-1188,-8 3 0,-2 1 225,-1 5 180,-17 11-181,0-2 1,1 16 450,-7-5-360,4 29-361,-4-12-89,-3-6 0,-1 0 0,9 16-450,-11-18 1,0-1 269,5 9-629,-6 5 179,-6-22-1619,4 0-2428,-10 10 3238,11-14 539,-5 3 900,6-7 0,0-11 0,0 5 0</inkml:trace>
  <inkml:trace contextRef="#ctx0" brushRef="#br0" timeOffset="-143314.46">7570 10185 8972,'4'-12'7196,"4"-1"-5487,24 0-900,1 0-629,-5 6 0,2 1-2249,-4 0-2698,8 5 1979,-2-5 1940,-11 6 0,-4 6 0,-9 1 0</inkml:trace>
  <inkml:trace contextRef="#ctx0" brushRef="#br0" timeOffset="-141420.46">8232 10160 7533,'0'-21'6296,"12"9"-6026,-9 6 90,20 6-180,-8 0 179,17 6-179,-11-5-2159,4 5 900,-13-1 449,7-3-2248,2 4 2878,-1-6 0,-1-6 0,-6-1 0</inkml:trace>
  <inkml:trace contextRef="#ctx0" brushRef="#br0" timeOffset="-141171.46">8714 9873 11311,'-12'42'9084,"-2"14"-8994,4-26 0,0 2 45,0 8 0,1-1-1934,-4 5 1214,8-7 1,2-1-4004,-2 2 4588,10 5 0,9-24 0,6-6 0</inkml:trace>
  <inkml:trace contextRef="#ctx0" brushRef="#br0" timeOffset="-140706.46">9078 9796 11400,'-42'10'7016,"12"-6"-6566,24 26-90,0-9 629,5 16 361,-11 4-901,5 11 91,-6 0-540,5-6-360,2-7 270,6-13 90,0-13-719,0-2-1350,0-9 1979,0 3-90,0-5-1259,0 0 1079,-5 0-269,4 6 988,-11 2 451,11 5-1170,-11-6 270,11 5 450,-11-11-180,11 10-180,-5-9 180,6 9 0,-6-9-1,4 15-2067,-4-14 1798,6 15 90,0-17-5667,0 11 4318,6-11 1349,2 5 0,5 0 0,0 1 0</inkml:trace>
  <inkml:trace contextRef="#ctx0" brushRef="#br0" timeOffset="-140496.46">9221 9952 7533,'7'-8'270,"-7"3"-270,-1 5-630,-5 5 630,0-3 0,5 9 0,-11-9 0,5 3 0</inkml:trace>
  <inkml:trace contextRef="#ctx0" brushRef="#br0" timeOffset="-139992.46">8935 10225 8972,'23'1'9830,"-22"-2"-7145,36-5 1,10-1-2866,-16-6-944,7 6 0,2 1-7422,6-7 7017,-5 6 0,-1 1 1529,-4-2 0,0-3 0,-23 4 0</inkml:trace>
  <inkml:trace contextRef="#ctx0" brushRef="#br0" timeOffset="-139772.46">9273 9926 7533,'-33'0'3276,"16"34"1,6 22 0,1-8-1716,1-19 0,2 0-3447,0 22 0,0 7 0,4-11-1532,3-9 3454,0-12 0,0-6 1,0-2-1</inkml:trace>
  <inkml:trace contextRef="#ctx0" brushRef="#br0" timeOffset="-139535.46">9624 9900 7533,'-34'33'9830,"3"-1"-5808,12 11-2583,11-1-720,-2-11 1,2 1-2339,7 22 450,-5-8-2969,6-14 4138,12 10 0,-10-23 0,10 17 0</inkml:trace>
  <inkml:trace contextRef="#ctx0" brushRef="#br0" timeOffset="-139311.46">9846 10251 14998,'-22'7'6657,"4"-1"-6298,18-1-10190,6-3 8960,-5 10 1,11-11 0,-5 5 0</inkml:trace>
  <inkml:trace contextRef="#ctx0" brushRef="#br0" timeOffset="-138604.46">10508 9756 7533,'-35'0'1948,"0"-1"1,-6 2 0,5 6-599,2 24-91,2-6 0,0 2-854,9 0 0,2 1-136,-2 3 1,3 2 180,8-5 0,5 1 44,12 10 1,6-1-540,4-5 0,5-3-90,5 5 1,5-6 89,1-13 0,2-6 764,13 2 91,-13-24-271,-14-2 811,-13-12-991,-6-6-359,-12 4-2338,-8-3 2068,-2 16-2429,-2 4 541,-1 11-811,-8 17 2430,4-1-2160,-1 10 1260,22-7 1439,-3-1 0,9-3 0,-4 4 0</inkml:trace>
  <inkml:trace contextRef="#ctx0" brushRef="#br0" timeOffset="-138192.46">10599 9873 7533,'-29'-21'8455,"6"-2"-8275,23 21 180,0-9 269,12 10-449,8-11 180,19 5-180,8 0-90,-2 1 359,1 6-269,-25 0 540,8 0 90,-26 6-1,20 18-539,-20-7 180,15 25 359,-17-3-135,-3-10 1,-2 2-360,1-1 0,-3 0-585,-8 8 0,-2-1 630,0 13-90,1-19 0,0-1-2879,6 5 1,-8 3-1170,15-18-2069,-4-7 5847,6-7 0,0-6 0,0 0 0</inkml:trace>
  <inkml:trace contextRef="#ctx0" brushRef="#br0" timeOffset="-138021.46">10652 10121 10051,'0'-7'6027,"17"-5"-5847,-7 11 90,20-5 89,2 6-2068,-3-6-2788,15 4 4497,-11-4 0,0 6 0,-2 0 0</inkml:trace>
  <inkml:trace contextRef="#ctx0" brushRef="#br0" timeOffset="-137667.46">11107 9536 7533,'28'46'3276,"1"0"1,-6-5 0,-3 3-2386,-6 2 0,-1 5 0,-3-3-883,-1 7 1,-5 0-69,-5-13 0,-4 1 0,-1-1-1086,-5 14 1,-5-2 605,-5-10 1,-4-1-2834,-4 6 0,0-4 3411,8-19 0,0-3 0,2 0 0,1-3 1,-1-1-1</inkml:trace>
  <inkml:trace contextRef="#ctx0" brushRef="#br0" timeOffset="-136973.46">11315 9432 7533,'6'-8'4947,"7"-3"-3148,13 4-900,7 0-89,23 1-900,-12 6 180,6 11 270,-24 4-1,-19 17-628,-8-11 538,-18 15 271,-13 3 180,3-3-46,7-11 1,1-1 404,0 4-719,2-2 0,25-7-1799,2-6-2429,22 0 810,15-6 2518,-7-1 540,5-6 0,-18 0 0,-5 0 0</inkml:trace>
  <inkml:trace contextRef="#ctx0" brushRef="#br0" timeOffset="-132771.46">4097 11277 7533,'5'-7'3598,"3"1"-3149,5 6-1348,17 0 989,-1 0-90,4 0-5011,-2 0 5011,0 0 0,-8-6 0,8-1 0</inkml:trace>
  <inkml:trace contextRef="#ctx0" brushRef="#br0" timeOffset="-132561.46">4279 11134 7533,'-33'0'5397,"12"6"-4228,4 1 90,4 18-449,4 2-900,-8 12-90,16 0-1979,1-6 1979,1-7-3777,16 5 3057,-8-10 630,10 5 270,-6-7 0,0-6 0,0 0 0</inkml:trace>
  <inkml:trace contextRef="#ctx0" brushRef="#br0" timeOffset="-132131.46">4903 11095 7533,'-13'19'8365,"0"30"-6746,9-16 0,1 2-1214,-1 0 0,2-1-226,2-2 1,0-2-899,0 14-5847,17 8 3867,-6-15 1851,13-1 0,-5-29 0,1-7 0</inkml:trace>
  <inkml:trace contextRef="#ctx0" brushRef="#br0" timeOffset="-131852.46">5254 11199 7533,'-28'46'1978,"-1"-1"1,-1 5 0,13-5-1529,35-8-270,9 7-180,2-23 180,7-4 0,-22-16 90,11 5 269,-5-6 271,6-11-1,0-4-179,-5-11 0,-3-6-271,-10-1-179,-3-6 180,-10 0-1169,-8 0 269,-8 6-2159,-5 7 541,-6 13 2158,5 7 0,-5 17 0,6 4 0</inkml:trace>
  <inkml:trace contextRef="#ctx0" brushRef="#br0" timeOffset="-131546.46">6126 10848 7533,'-31'47'2458,"1"-1"1,3 2-1,3-1-2233,10-13 0,3 0-449,0 0 0,2 1 539,5-1 0,1 1-630,0 2 0,0 0 135,5 3 1,2 0-901,2-1 1,1-2 89,8 5 541,4 0 449,-6-22 0,-1 6 0,1 0 0</inkml:trace>
  <inkml:trace contextRef="#ctx0" brushRef="#br0" timeOffset="-129794.46">6620 11199 7533,'0'-20'3778,"0"7"-2159,-6 24-990,-1 5-179,-6 16 359,0 3 1,1 2-1260,-4 12 360,6-5 0,1-1-2248,4 3 899,5-1 449,0-6 540,0-17 450,5 1 0,-3-16 0,3 6 0</inkml:trace>
  <inkml:trace contextRef="#ctx0" brushRef="#br0" timeOffset="-129206.46">7023 11108 8522,'-26'-7'3598,"-6"7"-2429,-1 13-269,-6 7-181,0 12-808,6 13-181,18 8-270,23-11 0,19-6-179,6-17-1,-1-10 540,-17 8 360,-4-10 0,-11 0-180,0-1 0,0-6-90,-6 0 180,5 0 90,-5 0-180,0 0-90,5 6 90,-5-5 630,0 5-271,5 0 91,-17-5-180,15 5 0,-14 0 0,10-5 0,0 5-91,1-6 1,6 0-1079,0 0 809,-6 6 90,5-4 270,-11 3 179,11-5-179,-5 0-270,6 0 180,0 0-270,6 0 270,13 0-630,8 0 181,18-5 179,1-3-90,6 1-2609,0-5 1350,-6 5-900,-1 0 2339,-17 1 0,-4 6 0,-11 0 0</inkml:trace>
  <inkml:trace contextRef="#ctx0" brushRef="#br0" timeOffset="-128985.46">7205 11225 7533,'-40'4'8095,"-4"17"-7465,23 8-136,5-5 1,1 1 225,1 9-1530,1 17 181,7-11 629,6-1-1979,6-7-2159,7-6 4138,7-6 0,0-7 0,-1-7 0</inkml:trace>
  <inkml:trace contextRef="#ctx0" brushRef="#br0" timeOffset="-128713.46">7361 11238 7533,'-14'0'4047,"2"0"-3867,12 0 2519,18 6-1620,3 1-359,24 12-2012,-18-6 1,-2 0 1471,11 9-90,0 14 90,-23-9 180,-5 12-270,-8 0 90,-13 0-1620,-14-6-2607,-11-1 1888,3-17 1592,9-4 0,3-11 0,8 0 0</inkml:trace>
  <inkml:trace contextRef="#ctx0" brushRef="#br0" timeOffset="-128561.46">7387 11238 7533,'17'-39'1169,"1"0"0,-1 0 1,2 7-631,7 12-629,13-12-989,13 11 719,-25 7 0,0 3-1618,25 4 1978,-13 1 0,-13 6 0,-8 0 0</inkml:trace>
  <inkml:trace contextRef="#ctx0" brushRef="#br0" timeOffset="-127334.46">7790 11589 7533,'-14'-7'6656,"2"1"-6386,12 6-90,0 0-1530,6 0 271,7 0 1079,2 0 0,3 0 0,-5 0 0</inkml:trace>
  <inkml:trace contextRef="#ctx0" brushRef="#br0" timeOffset="-126929.46">8258 11121 7533,'-47'-7'5217,"10"1"-4318,17 6 1,8 0-451,-2 6-269,7 1-90,7 12 0,7 1 0,7 0 270,-2-1-3572,2 0 3392,-7 1 0,4 6 179,-3 0 271,-1 6-270,4 1-90,-4 6-810,1 0-539,-3-6 449,-10-7 2403,-8-7-3122,-7-12-1080,-6-1 1170,5-6 629,8 0 630,2-6 0,9-1 0,-4-6 0</inkml:trace>
  <inkml:trace contextRef="#ctx0" brushRef="#br0" timeOffset="-126778.46">8206 11212 7533,'12'-48'3688,"8"5"-2249,14 17-2069,10 0 405,-15 12 0,0 2 45,15-2-899,-14 4 0,0 2 1079,5 7 0,4-5 0,-7 6 0</inkml:trace>
  <inkml:trace contextRef="#ctx0" brushRef="#br0" timeOffset="-126578.46">8714 11316 13379,'37'0'1619,"-2"0"-4047,21 0 449,-8-6 1034,-19 6 1,0-1 944,5-5 0,3 0 0,-18-1 0</inkml:trace>
  <inkml:trace contextRef="#ctx0" brushRef="#br0" timeOffset="-126095.46">9585 11082 7533,'-24'17'7465,"13"-1"-6161,-9 26 1,0 6-3824,9 4-263,-5-5 1,1-2 3141,8 0-1381,1-6-2487,12-6 3508,7-7 0,7-7 0,6-6 0</inkml:trace>
  <inkml:trace contextRef="#ctx0" brushRef="#br0" timeOffset="-125869.46">10028 10978 7533,'-35'34'3058,"0"0"0,5-5 0,5-2-1798,0 17-451,5 8-1438,0-3-496,12-18 1,3 0-5172,-1 3 2364,6 4 3572,0-24-207,12 4 0,2-11 0,12 6 0</inkml:trace>
  <inkml:trace contextRef="#ctx0" brushRef="#br0" timeOffset="-125375.46">10249 11056 6903,'1'-7'8905,"-20"30"-7826,-4 2-719,4 2 0,0 2 0,-1 11-450,1-6-540,12 2 1080,-5-15-270,11 5-90,-5-13-540,6-7 540,0-6-450,18 0-719,3-6 809,24-1 270,-10 0-900,14-5 91,-9 5 44,-11 1 1,0-1-585,19 0 269,-3 1-89,-19 6-1,-1-6 901,-17 5 269,21-10 0,-25 3 0,19 1 0,-15 1 0</inkml:trace>
  <inkml:trace contextRef="#ctx0" brushRef="#br0" timeOffset="-124278.46">10028 10965 7533,'-6'-13'809,"-1"6"-359,-1 1 719,-3 12-719,3 13 180,-5 2-271,0 17-179,0-17 180,-5 16 90,-8-4-360,-2 7 90,2-1-90,2 5 0,9-21 269,2 18 1,7-24 90,6 7 360,0-11-271,0-6-179,6-1 90,7-6-180,7-6-720,35-1-90,-22 0-225,0 2 1,6-2-1980,17-4 1,0-2 1952,-21 4 0,-1 0 791,21-3 0,-7 0 0,-24 0 0,-10 5 0</inkml:trace>
  <inkml:trace contextRef="#ctx0" brushRef="#br0" timeOffset="-123471.46">10235 11095 7533,'-7'0'1169,"-4"0"-90,3 6 271,-5 1 1888,0 12-2609,1 24-539,4-11 0,5-2 0,1 0-989,2 6-540,11 14 1169,-8-21 270,14 7 0,-21-10 0,2-5 0,-11 4 0</inkml:trace>
  <inkml:trace contextRef="#ctx0" brushRef="#br1" timeOffset="-123069.46">10834 11004 24575,'-28'-2'4960,"-2"21"-3701,10 33-809,9-24 0,1 1-450,0 14 0,1 0 179,3-13 1,0-3 0,-1 25-4317,1-4 449,6-14 1079,0 1 2609,0-11 0,0-12 0,0-5 0</inkml:trace>
  <inkml:trace contextRef="#ctx0" brushRef="#br0" timeOffset="-122859.46">11029 11290 7533,'-36'-7'5397,"7"1"-5397,29 6 449,0 6-449,17 1 0,-7 6 0,15 0 0</inkml:trace>
  <inkml:trace contextRef="#ctx0" brushRef="#br0" timeOffset="-122439.46">11510 10926 7533,'0'-22'6746,"-6"11"-5037,-7 24-900,-13 13 1,-1 7-270,1 0-271,1-1 91,11 0-899,-11 13 853,17-14 1,2 3-360,1-1 0,2 2-180,5 1 1,4-2 44,8 7 90,17-11-3302,-16-23 3302,10-1-291,-12-6 561,0-11 90,5-4-270,-2-11 0,-5-3-720,-13 2 270,4-15-1708,-46 36-1080,-8 18 1888,3 2 1081,4 6 269,27 5 0,6-5 0,5 6 0</inkml:trace>
  <inkml:trace contextRef="#ctx0" brushRef="#br0" timeOffset="-122027.46">11653 10939 7533,'-42'-14'8005,"18"-4"-7645,54 17-270,13-11 90,10 11-225,-22-5 0,-1 0-315,6 5 360,4-5 0,-16 6-450,-11 12 540,6-4-90,-10 11-90,8 11 720,-15 23-450,4-9 809,-13-3 1,-4 2-541,1-12 1,-2 0-855,-1 8 1,-1 2 44,0-5 0,3-2-2762,4 13 244,-5-16-1819,11-12 2268,-5-6-90,12-5 2519,-5-3 0,5-5 0,-6 0 0</inkml:trace>
  <inkml:trace contextRef="#ctx0" brushRef="#br0" timeOffset="-121855.46">11796 11251 7533,'-14'-13'6206,"14"0"-6026,14 6-1169,18-5 449,-10 11 450,14-5 450,3 6-360,-9 0 0,6-6 0,-23-1 0</inkml:trace>
  <inkml:trace contextRef="#ctx0" brushRef="#br0" timeOffset="-121574.46">12278 10679 7533,'18'52'8005,"-4"-6"-7510,2-5 0,-1 3-141,-5 5 1,-4 3 154,-4-2 1,-1 4 0,-3-1-300,-1-5 0,-2-1 0,-3-1-300,-3-5 0,-3-1 0,0-4-559,1 2 1,-1-6-162,-17-1-2698,6-6-2337,-3-11 5845,2 5 0,1-11 0,6-3 0</inkml:trace>
  <inkml:trace contextRef="#ctx0" brushRef="#br0" timeOffset="-121141.46">12472 10497 7533,'-7'-13'4497,"2"6"-3328,16-5 1350,32 5-1799,-10 0-451,-2 3 1,-1 2-809,3 2 719,-5 12 449,-15 19-449,-20 5-360,-8 3 270,-4-8 0,6-11-90,6 17-540,13-2-359,20-2 449,-3-14-269,25-7-2763,-31-11 243,19 5 2712,-21-6 0,3-6 0,-5-1 0</inkml:trace>
  <inkml:trace contextRef="#ctx0" brushRef="#br0" timeOffset="-119873.46">4083 12395 7533,'-12'0'7016,"-1"0"-6477,5 0-359,2 0 1259,6 0-179,0 0-631,12 0 990,32 0-1259,-17 0-2024,22 0 0,2 0 45,-14 0 0,3-2 0,0-1-810,-7-5 1890,-7 1 539,-7-4 0,-12 3 0,-1-5 0</inkml:trace>
  <inkml:trace contextRef="#ctx0" brushRef="#br0" timeOffset="-119643.46">4292 12213 8522,'-28'13'4915,"0"0"0,-21 13-3141,42-5-425,2 15-5241,5-19 4252,0 19 1129,5-10-2568,2 7 449,13 0 630,-6-1 360,5-6-3149,-12-11-2248,-1 2 5885,0-10 0,1 6 0,6 0 0</inkml:trace>
  <inkml:trace contextRef="#ctx0" brushRef="#br0" timeOffset="-118992.46">5008 12239 7533,'-14'45'8275,"1"1"-7286,0 6-334,0 0-835,6-23 0,1 0-89,-1 13-1434,-5 13 803,11-32 630,-4 13-2530,5-16 191,5 1 2609,8-8 0,1-2 0,5-4 0</inkml:trace>
  <inkml:trace contextRef="#ctx0" brushRef="#br0" timeOffset="-118707.46">5358 12304 7533,'-25'48'2878,"1"0"0,7 3 1,9-4-1800,23-4-719,12-5 1439,17-21-1439,-15-15 629,2-2 450,0-19-179,-15 3-181,3-15-90,-13 5-179,-6-1-2339,0-10 1439,-6 9-1619,-7-4-2429,-8 12 720,-5 1-1169,1 12 4587,4 1 0,-9 12 0,2 1 0</inkml:trace>
  <inkml:trace contextRef="#ctx0" brushRef="#br0" timeOffset="-118194.46">6450 11940 9422,'-33'39'1007,"0"0"0,0 0 1,-3 5-1,2 0 1,10-5-3360,14 13 2981,-3-5 1,3 3-1035,9-1 1,6 0-1640,0-2 0,3-1 1774,0 1 1,6-6-2430,23-3 2699,-9-14 0,9-4 0,-3 6 0</inkml:trace>
  <inkml:trace contextRef="#ctx0" brushRef="#br0" timeOffset="-116121.46">6880 12096 7533,'-6'-7'5756,"5"1"-2697,-17 12-1080,10 7 89,-11 13 901,0 24-2160,11 0-629,2-21 0,0-1 0,0 6-2339,-1 13 540,-6-28 630,0 29-3599,6-26 1080,1 15 3508,6-15 0,-6 2 0,-1-11 0</inkml:trace>
  <inkml:trace contextRef="#ctx0" brushRef="#br0" timeOffset="-114977.46">7114 12226 6633,'7'-14'3778,"5"2"-2609,-11 6-539,5-1-450,-6 0 2069,0 1-450,0 6 179,0 0-1618,0 6 270,0-4-270,0 3 269,0 1 361,6 1 89,7 12-809,1-4 90,5-2 90,0-2-271,-5-4 1,5 6 0,-6 6-90,-6 13-3482,-1-9 3032,-6 7-989,-11-5 1349,8-9 0,-20 14-1979,8-16 270,-11 5-1349,6-6 1799,1-5-5218,12-3 9510,-5-5-3033,5 0 0,-6 0 0,1 0 0</inkml:trace>
  <inkml:trace contextRef="#ctx0" brushRef="#br0" timeOffset="-114790.46">7023 12291 9512,'20'-31'1769,"-1"0"0,-3 5 0,2 3-510,25-7-540,-8 8-1528,9-4 359,-10 7-2698,3 12 989,-4 1 2159,6 6 0,-11 0 0,-3 0 0</inkml:trace>
  <inkml:trace contextRef="#ctx0" brushRef="#br0" timeOffset="-114355.46">7517 12070 7533,'-1'-19'9624,"14"5"-8544,14-5 179,12 12-1259,-11 1-450,2 6 360,-21 6-360,-3 13-269,-20 8 719,0 1 0,-5-4-90,6-11-270,-5 6-90,9 1-89,-2 6 449,11-6-540,17-1-449,16-12 719,9 5 180,2-10-90,-17 9 1170,-3 2-181,-10 2 630,5 15 990,-12-8-1439,-1 3 179,-23 0-180,-4 1-539,-7-4-1979,-2-3 2249,4-2-5307,-8-8 539,12 9 4138,5-10 0,11-3 0,0-5 0</inkml:trace>
  <inkml:trace contextRef="#ctx0" brushRef="#br0" timeOffset="-114195.46">7946 12551 10051,'-14'-13'7826,"2"6"-7556,12 1-3778,12 6 1529,-4 0 1979,11 0 0,-6 0 0,0 0 0</inkml:trace>
  <inkml:trace contextRef="#ctx0" brushRef="#br0" timeOffset="-113696.46">8506 12044 7533,'-27'-17'3276,"-1"-1"1,-6 4 0,1 4 2364,-3 4-4922,-15 12-5839,24 7 4580,8 7 2129,14 6-1229,16 6-1,15-5-448,3 5 44,-5-16 0,1 0 634,10 17-769,4 6-90,-19-14 1,-2 1-1081,3 16 451,-2 2 629,-14-17 2133,-10 9-2043,-2-19-3482,-18 8 3392,9-14-89,-20-9 179,20 3 1079,-14-5 360,-2-11-3077,9 2 2088,-2-10-1,19 1 271,6-3 2808,6-10-2898,7 3-540,8-4 90,-1 12 2132,10-4-2311,-14 9-1171,14-4 361,-15 6 269,3 0 360,-10 0-179,3-6 359,-9 11-540,4-9-629,-6 9-1259,0-5 629,0 6 1979,0 1 0,0 6 0</inkml:trace>
  <inkml:trace contextRef="#ctx0" brushRef="#br0" timeOffset="-113235.46">9000 12343 7533,'-23'-20'9830,"24"7"-6258,40 7-6361,-4 3 1,2 0 2563,-10 3 0,0-1-1096,22-5 1,1 1 1320,-22 4 0,-1 0 0,7-2 0,-1 0 0,8 3 0</inkml:trace>
  <inkml:trace contextRef="#ctx0" brushRef="#br0" timeOffset="-112785.46">10249 12044 7533,'-32'9'9830,"5"2"-9075,7 15 0,2 5-575,-4 5-1078,-3 13 448,18-21-811,-4 20-178,9-11-3477,9-2 1,3-3 4741,8-5 1,13 7 0,-12-34 0</inkml:trace>
  <inkml:trace contextRef="#ctx0" brushRef="#br0" timeOffset="-112426.46">10535 11966 7533,'-19'-14'9804,"-13"19"-7285,9 17-1485,-2 5 0,2 3-584,12 7-360,-3-10 0,-1 1 900,-4 22-451,8-22 1,0 0-360,1 1 0,0 0-3392,-8 17 3212,17-21 269,-5 0-1168,6-10-720,0 3 1079,0-11-89,0-1 539,6-6 3572,13-11-3932,20 2-180,9-10 450,-8 9 0,1 2-3608,-9 0 0,-1 1 3608,5-2 0,-1-1-45,-6 4 0,-1-1-1484,11-6-2996,-5 6 3626,-9-5 1079,-12 11 0,-6-16 0,-2 3 0</inkml:trace>
  <inkml:trace contextRef="#ctx0" brushRef="#br0" timeOffset="-112220.46">10743 12109 7533,'-55'0'4915,"26"10"0,2 3 546,-5 16-4832,11 4 1,2 4-315,5-3 0,1 0-225,3-4 0,1 0-2024,2 5 0,3-3 1754,2-8-3598,2 24-3328,19-27 7106,2 0 0,6-10 0,-8-11 0</inkml:trace>
  <inkml:trace contextRef="#ctx0" brushRef="#br0" timeOffset="-112000.46">11120 12083 7533,'-41'19'9830,"-2"13"-3200,15 2-4831,11-3 0,3 1-5151,-1 11 3532,4 8 680,11-14-2300,0-4-1458,5 1-3578,2-14-3355,7-3 8848,-1-10 0,6 1 1,1-3-1</inkml:trace>
  <inkml:trace contextRef="#ctx0" brushRef="#br0" timeOffset="-111833.46">11237 12421 7533,'-15'-7'8185,"4"1"-9264,11 6 449,0 0-2518,5 0 3148,9 0 0,0 6 0,5 1 0</inkml:trace>
  <inkml:trace contextRef="#ctx0" brushRef="#br0" timeOffset="-111452.46">11757 11979 7533,'-41'6'7016,"4"7"-6836,11 1 2698,-11 22-1439,19-11 0,1 2-1079,-1 3 0,2 3-135,7 8 0,5 0-5706,12 14 5481,6-10 1859,23-21-1409,-9-11-1500,17-11 1410,-12-4-90,5-17 450,1-18-540,-16 12-1,0-11-718,-23 18-1980,-46-3 540,-6 12 1664,18 8 1,0 4-3464,-15 12 3778,30 15 0,6-14 0,0 8 0</inkml:trace>
  <inkml:trace contextRef="#ctx0" brushRef="#br0" timeOffset="-111134.46">11940 12057 9961,'25'-18'4272,"1"0"1,20-11-3373,-7 29-360,-18 0 269,-4 0 540,-15 17 270,-2 22-765,-8-4 1,-3 3-585,0-1 0,0 1-1741,-3 1 0,2-2 1021,-1 10-495,6-17 1,3 0-6521,2 8 6295,-10 12 541,11-29-1710,-5-10 2339,12-11 0,1-5 0,7-3 0</inkml:trace>
  <inkml:trace contextRef="#ctx0" brushRef="#br0" timeOffset="-110966.46">12004 12253 7533,'13'-22'9830,"29"-7"-8057,2 26-3887,-12-4 0,0 2 1051,15 11 0,-16-5 1,-12 5-1</inkml:trace>
  <inkml:trace contextRef="#ctx0" brushRef="#br0" timeOffset="-110717.46">12446 11849 10411,'20'34'3208,"-1"0"0,-4-3 1,-2 2-2760,-2 10 1,-3 3 626,-6 5 1,-4 0-987,-4-3 0,-1-1 90,-2 0 0,-3-2-3213,-3-2 1,-1-5 1953,-6-2-4318,-14 0 5397,14-23 0,-10-6 0,6-1 0</inkml:trace>
  <inkml:trace contextRef="#ctx0" brushRef="#br0" timeOffset="-110335.46">12693 11732 10051,'-1'-15'7106,"20"4"-6746,4 11-5840,9 0 5659,-8 0 1590,2 6-1679,8 13 1939,-13 20-950,-38 14-3077,2-11 2807,-27-6 2269,23-11-1729,11 8-1618,2-4 269,31-5 539,21-18-3867,-3-6 1053,7-6-603,-24-1 2030,-1 0 0,2-5 0,-1 5 0</inkml:trace>
  <inkml:trace contextRef="#ctx0" brushRef="#br0" timeOffset="-107604.46">13734 9977 7533,'-8'0'2428,"2"0"181,6 0 629,12 0-1529,3-5-899,17-3-271,1 1-1708,12-4 359,-5 4-2068,5-1 809,-6 3 2069,-6 5 0,-7 0 0,-7 0 0</inkml:trace>
  <inkml:trace contextRef="#ctx0" brushRef="#br0" timeOffset="-107291.46">13799 10160 8612,'-14'7'7646,"2"-1"-6027,12-6 809,-6 5-1528,5 3-270,6-1 89,15-1 91,14-6-2429,11 0 359,-5-6-2607,11 4-5964,-5-9 8787,-6 9 0,4-3 0,-10 5 1</inkml:trace>
  <inkml:trace contextRef="#ctx0" brushRef="#br0" timeOffset="-45672.46">14801 9861 7443,'-6'-13'1889,"4"5"-1080,-9 3 1,9 5-181,-9 0-269,9-6 0,-4 4 0,12-3 0,7 5 89,13 0-269,-4 0 0,3 0 180,-1 0-90,-2 5-90,15 8-180,-9 8-630,3 5 180,-16 0 180,-3 5 91,-24-3-91,-8 15 90,-7-20 0,4 2 0,2-2-180,-2-6-180,-13 25 1,27-26 269,-2 9 90,16-12-90,3-6 90,4-1 0,7 0-179,1-5 179,7 5-1709,16-12 1349,-7-1 540,15-6 0,-18 0 0,-2 0 0</inkml:trace>
  <inkml:trace contextRef="#ctx0" brushRef="#br0" timeOffset="-45286.46">15360 9887 7533,'-21'-6'2878,"3"4"-1349,4-4-449,2 6 539,-1 6-1260,11 7 1,4 8-360,16 5 180,-3 6-360,9-5 180,-15 5 0,3-12 90,-6 5-180,-5-5-90,-1 0 0,-7-1-89,-18-12-991,-2 4 181,-12-3-990,11-1-899,-2-1 2968,21-6 0,-8 0 0,10 0 0</inkml:trace>
  <inkml:trace contextRef="#ctx0" brushRef="#br0" timeOffset="-45112.46">15229 9939 7533,'34'-28'3778,"4"-2"-3149,-5 16-989,17-5 1,-19 11-1081,16-3-898,-25 9 1078,16-3 412,-17 5 0,4 5 0,-12 3 0</inkml:trace>
  <inkml:trace contextRef="#ctx0" brushRef="#br0" timeOffset="-44774.46">15789 9769 7533,'-28'6'5846,"3"2"-5486,18 11 90,1 1-270,1 0 0,4-2-180,-5 1-90,6 2 90,6 16 0,1-8-90,0 3-180,-1-2 360,-6-14-90,5 15-360,-3-17 450,3 5-90,-10-6 90,-3-6-90,-10 4 0,-2-9 0,-1 9-2069,3-9-90,5 4 900,0-6 1259,6-6 0,-5-1 0,5-6 0</inkml:trace>
  <inkml:trace contextRef="#ctx0" brushRef="#br0" timeOffset="-44590.46">15620 9887 7533,'32'-20'2788,"12"-11"-2024,-18 20 1,2 1-495,4-4 0,0 1-1619,16 0 359,1 2 900,-33 9-1619,8-4 1709,-17 6 0,6 0 0,0 0 0</inkml:trace>
  <inkml:trace contextRef="#ctx0" brushRef="#br0" timeOffset="-42475.46">16153 9835 7533,'0'-8'5307,"0"3"-4498,-6 16-359,-1-2 809,-23 33-629,6-6-495,8-7 0,1 0 45,2 5 179,13 20-269,1-35 270,17 23 180,-10-28-180,17-1-1,-11-2 91,11-15-90,-11 8 90,17-27 89,-10-21-2248,-12 0 0,-3-3 1619,-5 12 0,-4 2-540,-7-7 1,-6 8-90,-6 18-3779,-8 9 271,16 10 4227,1 2 0,1 7 0,5-1 0</inkml:trace>
  <inkml:trace contextRef="#ctx0" brushRef="#br0" timeOffset="-41308.46">16595 9991 7533,'-15'0'4857,"4"0"-4137,11 0-541,0 0 811,17 0-630,-6 0-136,17-3 1,3 0-405,-3 1-1259,26-4-1799,-22 1 3238,-16 3 0,2-4 0,-18 6 0</inkml:trace>
  <inkml:trace contextRef="#ctx0" brushRef="#br0" timeOffset="-41105.46">16725 9873 7533,'-14'-14'6746,"2"3"-2698,6 11-3509,-1 17-359,-6 5-90,6 11 540,-5 22-4522,11-18 1373,-5 20-778,12-18-751,1-6 3796,6-7 0,-6-7 0,-1-6 1</inkml:trace>
  <inkml:trace contextRef="#ctx0" brushRef="#br0" timeOffset="2972.54">14931 10887 7533,'7'-35'3418,"-2"11"-450,-5 12-1529,0 11-359,0-5 269,0 18 360,-17 25-1439,7-5-90,-7 3 0,-2 2-1398,-3 7 948,6-12 0,0-1 270,2 4-3958,-3 12 3598,15-29-4317,8 24 4677,8-21 0,12 5 0,1-7 0</inkml:trace>
  <inkml:trace contextRef="#ctx0" brushRef="#br0" timeOffset="3339.54">15217 10913 7533,'7'-15'3688,"-2"4"-2249,-5 11-900,-5 0 271,4 0-360,-11 6 629,-1 1-539,-2 6 359,-9 12-719,3-4-360,7 5 450,-3-1-360,15-11 0,-4 11-90,6-11 180,0-1 630,12-1-180,-3-5-1,15 0-628,-9-1 179,27-6 269,-12 0-2427,21 0 988,-24-6-1798,15-1 1439,-13-6 1529,21 0 0,-21 0 0,2 0 0</inkml:trace>
  <inkml:trace contextRef="#ctx0" brushRef="#br0" timeOffset="3554.54">15425 10939 9871,'-36'6'3688,"1"1"-360,22 23-1888,-8-1-361,1 22-2158,2-11-1080,10 5 810,3-12-1440,5-1-3481,11 0 5010,-2-16 1009,9 7 1,-4-22 0,-1 5 0</inkml:trace>
  <inkml:trace contextRef="#ctx0" brushRef="#br0" timeOffset="7764.54">15828 10900 7533,'0'-14'1259,"0"-4"-719,0 17 449,0-11-179,0 11-271,0-11-179,0 11 270,-6-5-270,4 6 809,-4 0-989,1 0 0,-2 0 269,0 0 181,-11 12-90,9 2-136,-8 9 1,-2 3 45,2 12-450,4-11 0,2 2 180,-1 16 0,11-16 0,-5 1 0,6-11-630,0-5 90,0 11 360,6-5-90,-5 0 180,11-7-630,1-1 450,6-11 900,8 5-720,-7-6 540,-1 0-361,-12 0 1,5-6 0,-5-1-90,0 0 90,-1-5 270,-6 5 89,0-12-719,0 5 0,0 1 180,0 2-1259,0 3-450,-6 1 450,-7 1 899,-7 6-720,-1 0 1,-15 6 359,13 7 270,-14 7 180,22-5-2788,-2 2 2968,16-10 0,-5 6 0,6 0 0</inkml:trace>
  <inkml:trace contextRef="#ctx0" brushRef="#br0" timeOffset="8719.54">16166 11173 7533,'-7'0'9830,"1"-6"-7157,6 5-4832,6-5 810,-5 6-360,11 0 989,-11 0-3328,11 0 4048,-11 0 0,11 0 0,-5 0 0</inkml:trace>
  <inkml:trace contextRef="#ctx0" brushRef="#br0" timeOffset="10390.54">16491 10848 7533,'0'-7'3508,"-6"-5"-2339,5 11 540,-11-11-540,-1 11 1,-1-5-361,-5 6-359,12 0 719,-5 0 540,11 0-1349,-5 0 540,18 0-451,-4 0-359,17 0-90,-5 0-449,12 0 179,-10 0-540,8 0 810,2 0-1169,-9 0 449,8 0 360,-19 6 181,-5 1-181,5 6-270,-11 6 810,5 1-90,-6 6-180,0 0 450,-6-6-270,5 11 0,-5-16-180,6 10 180,0-12-720,0 6 270,0-10-899,-6 14 270,5-9 629,-10 6-2249,9 5 540,-9-11 630,9-1 1439,-3-1 0,5-11 0,0 5 0</inkml:trace>
  <inkml:trace contextRef="#ctx0" brushRef="#br0" timeOffset="10579.54">16557 11069 7533,'-22'-7'3867,"4"1"-1168,18 0-810,23-7-1349,-6 5-91,15-4-269,-7 6 450,7 5-270,-3-11-2789,14 11 720,-15-5 1439,-3 6-3328,0-6 3598,-11 5 0,5-5 0,-6 6 0</inkml:trace>
  <inkml:trace contextRef="#ctx0" brushRef="#br0" timeOffset="11694.54">17246 11212 7533,'-8'-6'1529,"2"5"-1079,0-5-91,5 6 901,-5-6 988,6 5-1798,0-5 719,0 6-269,6 0-630,1 0-450,18 0 630,3 0-1620,10 0 541,-10 0-3329,20 0 1979,-30 0 1979,18-6 0,-22 5 0,-1-5 0</inkml:trace>
  <inkml:trace contextRef="#ctx0" brushRef="#br0" timeOffset="11901.54">17414 11082 7533,'-6'-13'6116,"-6"6"-1978,5-5-2789,-6 11 0,-1-5-629,2 23 629,-2 5-269,1 29-2520,6-4 900,3-18 1,2 0-2519,2 12-3419,6 13 6477,1-23 0,6 6 0,0-18 0</inkml:trace>
  <inkml:trace contextRef="#ctx0" brushRef="#br0" timeOffset="30814.54">14826 11927 7533,'0'-7'4047,"0"1"-539,-6 24-1619,-7 9-1439,-1 8 539,-5 2-359,7-5-810,-2 19 630,7-2-2486,4-17 0,0-1-842,3 10 1309,6-4 220,1-11 1349,7-5 0,-7-3 0,-1-5 0</inkml:trace>
  <inkml:trace contextRef="#ctx0" brushRef="#br0" timeOffset="31144.54">15178 11940 7533,'-8'-7'4497,"-3"7"-1798,-3 19-1980,-6 2-269,-6 17-90,0-5-180,6 6 89,2-5-269,4-3 0,7-10 0,1-8-359,6-2-181,0 2 360,6-4-450,13 8 181,9-16 269,11-1 0,5-1-1349,-3-11 359,3 5-3237,1-6 4407,-16 6 0,1-4 0,-17 3 0</inkml:trace>
  <inkml:trace contextRef="#ctx0" brushRef="#br0" timeOffset="31341.54">15320 12057 7533,'-47'21'7286,"3"9"-4318,19-3-2518,-1 6-540,11 5-1619,4-5 809,11-5 630,0-4 180,0-5-2608,5-5-91,3 5 2789,4 0 0,2-4 0,-1 3 0</inkml:trace>
  <inkml:trace contextRef="#ctx0" brushRef="#br0" timeOffset="33087.54">15711 11940 7533,'-6'-13'2878,"5"6"-1889,-5 1 810,6 6 720,0 0-1799,0-6-451,0 5-89,6-5 180,12 6-270,10 0-90,11-6-809,0 5 809,0-5-1440,6 6 991,-17 0 179,-3 17 180,-19-7 540,-6 15-181,0-6-179,0 1 900,-12 18-586,8-10 1,0 2-495,-15 20 45,15-18 0,1-2 135,-3-2-269,6-4 89,0-5-1709,0 1-1260,0 0 1890,0-1-810,0-12 810,0-1 1169,0-6 0,0 0 0,0 0 0</inkml:trace>
  <inkml:trace contextRef="#ctx0" brushRef="#br0" timeOffset="33310.54">15789 12161 7533,'-7'-14'8725,"7"-10"-7646,13 22-989,35-10-450,-9 12-45,-7 0 1,-1 0-136,2 0-2068,-1 0-2340,0 0 4948,-11 0 0,4 0 0,-12 0 0</inkml:trace>
  <inkml:trace contextRef="#ctx0" brushRef="#br0" timeOffset="33509.54">16439 11888 7533,'-22'25'9174,"-1"2"-8004,22 18-990,-3-11 0,2 1-540,8 17-1484,-3-11 0,1-2-1574,3-9 3418,-1 12 0,0-33 0,1 2 0</inkml:trace>
  <inkml:trace contextRef="#ctx0" brushRef="#br0" timeOffset="36655.54">13864 13214 10411,'33'0'2519,"5"-5"-3509,7 3 450,-3-4 451,-4 6 89,-13 0 269,-12 0-269,0 0 0,0 0 0,0 0 0</inkml:trace>
  <inkml:trace contextRef="#ctx0" brushRef="#br0" timeOffset="36887.54">13955 13331 7533,'0'7'8005,"12"-1"-7195,-4-6 629,17 0-720,-5 0-809,6 0 90,6-6-1798,1 5 628,12-5-2068,1 6 3238,6 0 0,-6 0 0,-1 0 0</inkml:trace>
  <inkml:trace contextRef="#ctx0" brushRef="#br0" timeOffset="52897.54">15620 13058 7533,'-6'-29'6386,"5"6"-5846,-5 23 179,0 0 1,-7 18-180,-8 9-360,2 8-1,0-3-269,6 4 90,-6-7-179,10 16 179,-8-12-540,16-7 360,-11-8 180,11-5 90,-5-5 0,6-3-90,0-5 0,0 0 899,6 0-359,12 0-1080,16 0 450,-1-5 0,3-1 1,10 3-915,-15-3 0,-1 0-435,8 1-450,-10 1 0,1 1 90,16-5 810,4 3 989,-30 5 0,-6 0 0,0 0 0</inkml:trace>
  <inkml:trace contextRef="#ctx0" brushRef="#br0" timeOffset="53104.54">15905 13136 7533,'-43'0'8185,"-3"18"-7465,38-8 764,-10 18 0,0 3-1214,6-3-945,-1 7 1,3 2-586,10-1-1528,0 15 809,5-12 1349,3-12-785,5 3 0,0-15 0,0 3 0</inkml:trace>
  <inkml:trace contextRef="#ctx0" brushRef="#br0" timeOffset="53356.54">16205 13019 5914,'-21'26'3276,"0"0"1,-4 0 0,3 1 205,5 19-2313,-7-7-315,11-1 1,1 2-2564,-4 3 943,6-3 0,2 0-2022,2-1 1438,12-12 721,-5-2 645,17-13 1,-4 1 0,12 0 0</inkml:trace>
  <inkml:trace contextRef="#ctx0" brushRef="#br0" timeOffset="53709.54">16595 12928 7533,'-40'25'3777,"11"1"1,3 4-3709,-4 17 471,7-9 0,2 3-136,10-11 1,2-1-225,-10 20 359,12 1-89,18 4-360,11-21-225,-4-6 0,3-4 225,18-10 857,0-8-228,0-16-44,-13-3 0,-1-4-46,5-18-494,-10 11 0,-4-1 315,-15-13-90,-13 12 0,-22 8-1376,0 13-1952,-2 13 0,-1 4-630,3 5 2338,2 1 1,3 3 1259,9 14 0,1-7 0,6-2 0</inkml:trace>
  <inkml:trace contextRef="#ctx0" brushRef="#br0" timeOffset="54421.54">16998 13085 7533,'28'-42'1619,"0"0"0,0 0 0,-3 4 0,-2 2 0,-5 7-1259,-5 3 1799,-7 2-1979,-12 9 269,-1 2-89,-11 8-180,3 5-450,-9 5 270,9 2-270,-21 18 90,24-3 180,-17 15 0,28-9-90,-5 3-1259,18 18 989,-4-23 315,8 10 0,-1-1-134,-5-9 628,3 10 1,-3 0-360,-8-10 270,3 7 0,1 0-450,2-9 0,-1 19-90,-1-22-90,-6-3 270,-6-4 0,-7-7 90,-14-1-180,6-12 0,-15-1 0,20-7 0,-9 1 90,12-6 0,6 5 360,1-5 90,18-17 809,8-11-989,2-3 0,2 7-1440,13 19 990,-13 15 90,14-2-719,-14 11 899,-15 0-90,14 0 899,-20-12-269,8 3-450,-5-10 539,1-5-449,1 14-629,-3-13-1171,1 4 811,-5-3 89,5-4 360,-6 7-449,0 12 269,-6 1-270,-1 1-539,0 3 0,2-3-540,-1 5 450,-1 0-181,-1 0 721,-3 0 809,9 0 0,-10 5 0,5 2 0</inkml:trace>
  <inkml:trace contextRef="#ctx0" brushRef="#br0" timeOffset="103962.54">11835 13214 7533,'7'-34'2069,"5"3"-1710,-5 18 721,1 0-91,3 0-89,-10 1 1438,5-1-1978,-12 5 630,-12 3-181,-15 10-494,4 1 0,0 1 44,-21 8-89,13 2 0,1 2-3482,-2-2 3392,-5 14-540,18-7 450,17-8-1979,19 26 810,24-19 629,-4-4 0,3-1 145,-7-7 0,1-1-10,7 4 1,-2 2-46,2 6 180,9 9 180,-24-5-270,5 6 540,-17-4-180,4 4 719,-18-1-269,-13 3 360,-13 5-1903,3-19 0,-1-2-76,-13 10-337,9-9 0,2-2 246,7-7 2749,-5 8-3018,18-13 539,11-3 900,-5 4 0,12-12 0,1-1 0</inkml:trace>
  <inkml:trace contextRef="#ctx0" brushRef="#br0" timeOffset="104346.54">12303 13227 7533,'-14'-21'4587,"3"4"-4137,11 17-90,-12 0-180,3 5 2158,-39 8-899,17 7-719,-20 6-360,25-5-540,13-2 0,7-7 270,6 1 0,6 0-360,1 0 270,12 0-90,-5 0 270,22 12-180,-1 2 180,6 7 224,-20-4 1,-4 0-315,-3-2 0,-3 25 540,-11-33 90,-17 12-3753,1-10 3033,-16 3 180,-5-7-1259,2-3 269,-4-2-2248,19-8-90,3-5 2608,15-5 540,2-3 0,7-10 0,6-2 0</inkml:trace>
  <inkml:trace contextRef="#ctx0" brushRef="#br0" timeOffset="104533.54">12355 13475 7533,'8'40'6386,"3"3"-5397,-10-21-449,11 8 630,-5-15-631,12 27-719,-10-24 270,3 9 0,-1 0 90,-8-10 90,14 8-6477,-10-8 6207,6-14 0,-5 9 0,-2-12 0</inkml:trace>
  <inkml:trace contextRef="#ctx0" brushRef="#br0" timeOffset="104932.54">12485 13475 7533,'0'-39'1888,"-1"1"1,4-2 0,7 8-629,29 10-946,-13 9 1,2 2-562,4 6 1,1 2 695,-1 0 1,0 1-90,-1 1 0,-2 2 337,23 4 472,-19 3-989,-14 34-180,-19-22 180,-7 9 0,-5 1 180,-21-1-271,7-4 1,0 0 270,-17 10-90,12 3-2069,19-18 508,12-1-1587,18-1 2518,-8-3 1619,9 3-449,-19-5-720,-7 0 1439,-1 0-810,-3-5-179,4 3 165,-6-3-1065,-1 10 293,7-3-1552,1-2 1619,6-8-899,-5-5 719,3-5-2339,-3-3 1800,-1 1 359,4 1-2698,-4 6 3058,6 0 0,-6 0 0,-1 0 0</inkml:trace>
  <inkml:trace contextRef="#ctx0" brushRef="#br1" timeOffset="-70936.92">12398 15764 24575,'0'-37'0,"0"11"0,0-6 0,0-5 0,1-7 0,-1-3 0,-1 2-2458,-3 0 0,0 0 1,-2-1-1,1-4 2320,0 5 0,1-3 0,-1-2 1,0 0-1,-1-1 0,-2 1-276,0 1 0,-3-2 0,0 1 0,0 1 0,0 0 0,1 2 414,0-2 0,1 2 0,1 1 0,-2 0 0,0-3 0,-1 0 0,-3-3 0,1-1 0,-1 1 0,2 4 0,3 5 336,2-5 0,2 7 0,-1-2-336,-6-9 0,0-1 0,2 3 0,4 0 0,2 5 0,1 13 0,0 2-76,-3-12 0,1 1 76,1-5 0,4 23 0,0 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2FD0A-8C85-2341-8049-1E6522B17084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3E91AB-7CEE-4F42-885A-AA6627AD1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3E91AB-7CEE-4F42-885A-AA6627AD17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6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51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6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135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731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19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932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7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7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5DB03-EF6A-8E4F-921D-50D7ADE02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itl.nist.gov/div898/handbook/eda/section3/eda357.ht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hanacademy.org/math/statistics-probability/analysis-of-variance-anova-library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0576" y="1122363"/>
            <a:ext cx="9417424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One-Way Analysis of Variance</a:t>
            </a:r>
            <a:br>
              <a:rPr lang="en-US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(ANOVA)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 err="1"/>
              <a:t>Dr</a:t>
            </a:r>
            <a:r>
              <a:rPr lang="en-US" i="1" dirty="0"/>
              <a:t> Lee Barnby </a:t>
            </a:r>
          </a:p>
          <a:p>
            <a:r>
              <a:rPr lang="en-US" dirty="0"/>
              <a:t>School of Computing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7336795" y="5349875"/>
            <a:ext cx="399179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7MA505</a:t>
            </a:r>
            <a:r>
              <a:rPr lang="en-US" sz="2400" dirty="0"/>
              <a:t> Statistical Techniques</a:t>
            </a:r>
          </a:p>
          <a:p>
            <a:r>
              <a:rPr lang="en-US" sz="2400" dirty="0"/>
              <a:t>Week 4, Autumn Semester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CC96C52-C9E3-CC4A-A2C1-FAFEA51F58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13718"/>
          <a:stretch/>
        </p:blipFill>
        <p:spPr>
          <a:xfrm>
            <a:off x="239826" y="4825981"/>
            <a:ext cx="4295547" cy="1655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652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One-way </a:t>
            </a:r>
            <a:r>
              <a:rPr lang="en-GB" dirty="0">
                <a:solidFill>
                  <a:srgbClr val="C00000"/>
                </a:solidFill>
              </a:rPr>
              <a:t>an</a:t>
            </a:r>
            <a:r>
              <a:rPr lang="en-GB" dirty="0"/>
              <a:t>alysis </a:t>
            </a:r>
            <a:r>
              <a:rPr lang="en-GB" dirty="0">
                <a:solidFill>
                  <a:srgbClr val="C00000"/>
                </a:solidFill>
              </a:rPr>
              <a:t>o</a:t>
            </a:r>
            <a:r>
              <a:rPr lang="en-GB" dirty="0"/>
              <a:t>f </a:t>
            </a:r>
            <a:r>
              <a:rPr lang="en-GB" dirty="0">
                <a:solidFill>
                  <a:srgbClr val="C00000"/>
                </a:solidFill>
              </a:rPr>
              <a:t>va</a:t>
            </a:r>
            <a:r>
              <a:rPr lang="en-GB" dirty="0"/>
              <a:t>riance</a:t>
            </a:r>
          </a:p>
          <a:p>
            <a:pPr lvl="1"/>
            <a:r>
              <a:rPr lang="en-GB" dirty="0"/>
              <a:t>Popularly known as </a:t>
            </a:r>
            <a:r>
              <a:rPr lang="en-GB" dirty="0">
                <a:solidFill>
                  <a:srgbClr val="C00000"/>
                </a:solidFill>
              </a:rPr>
              <a:t>ANOVA</a:t>
            </a:r>
          </a:p>
          <a:p>
            <a:pPr lvl="1"/>
            <a:r>
              <a:rPr lang="en-GB" dirty="0"/>
              <a:t>Comparing the means of </a:t>
            </a: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three</a:t>
            </a:r>
            <a:r>
              <a:rPr lang="en-GB" dirty="0"/>
              <a:t> or more different groups</a:t>
            </a:r>
          </a:p>
          <a:p>
            <a:pPr lvl="1"/>
            <a:r>
              <a:rPr lang="en-GB" dirty="0"/>
              <a:t>Extension of the </a:t>
            </a:r>
            <a:r>
              <a:rPr lang="en-GB" i="1" dirty="0"/>
              <a:t>t</a:t>
            </a:r>
            <a:r>
              <a:rPr lang="en-GB" dirty="0"/>
              <a:t>-test for three or more samples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517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Analysis of Variance: Assumptions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samples are </a:t>
            </a:r>
            <a:r>
              <a:rPr lang="en-US" b="1" dirty="0"/>
              <a:t>independent</a:t>
            </a:r>
            <a:r>
              <a:rPr lang="en-US" dirty="0"/>
              <a:t> random samples</a:t>
            </a:r>
          </a:p>
          <a:p>
            <a:pPr lvl="1"/>
            <a:r>
              <a:rPr lang="en-US" dirty="0"/>
              <a:t>Think about how the data were collected</a:t>
            </a:r>
          </a:p>
          <a:p>
            <a:pPr lvl="1"/>
            <a:endParaRPr lang="en-US" dirty="0"/>
          </a:p>
          <a:p>
            <a:r>
              <a:rPr lang="en-US" dirty="0"/>
              <a:t>The samples are taken from </a:t>
            </a:r>
            <a:r>
              <a:rPr lang="en-US" b="1" dirty="0"/>
              <a:t>normally distributed </a:t>
            </a:r>
            <a:r>
              <a:rPr lang="en-US" dirty="0"/>
              <a:t>populations</a:t>
            </a:r>
          </a:p>
          <a:p>
            <a:pPr lvl="1"/>
            <a:r>
              <a:rPr lang="en-US" dirty="0"/>
              <a:t>You could test this with the Q-Q plot etc.</a:t>
            </a:r>
          </a:p>
          <a:p>
            <a:pPr lvl="1"/>
            <a:endParaRPr lang="en-US" dirty="0"/>
          </a:p>
          <a:p>
            <a:r>
              <a:rPr lang="en-US" dirty="0"/>
              <a:t>The samples are taken from populations with the </a:t>
            </a:r>
            <a:r>
              <a:rPr lang="en-US" b="1" dirty="0"/>
              <a:t>same variance</a:t>
            </a:r>
          </a:p>
          <a:p>
            <a:pPr lvl="1"/>
            <a:r>
              <a:rPr lang="en-US" dirty="0"/>
              <a:t>There are tests for this e.g. Bartlett test </a:t>
            </a:r>
            <a:r>
              <a:rPr lang="en-US" dirty="0">
                <a:hlinkClick r:id="rId2"/>
              </a:rPr>
              <a:t>http://</a:t>
            </a:r>
            <a:r>
              <a:rPr lang="en-US" dirty="0" err="1">
                <a:hlinkClick r:id="rId2"/>
              </a:rPr>
              <a:t>www.itl.nist.gov</a:t>
            </a:r>
            <a:r>
              <a:rPr lang="en-US" dirty="0">
                <a:hlinkClick r:id="rId2"/>
              </a:rPr>
              <a:t>/div898/handbook/</a:t>
            </a:r>
            <a:r>
              <a:rPr lang="en-US" dirty="0" err="1">
                <a:hlinkClick r:id="rId2"/>
              </a:rPr>
              <a:t>eda</a:t>
            </a:r>
            <a:r>
              <a:rPr lang="en-US" dirty="0">
                <a:hlinkClick r:id="rId2"/>
              </a:rPr>
              <a:t>/section3/eda357.htm</a:t>
            </a:r>
            <a:endParaRPr lang="en-US" dirty="0"/>
          </a:p>
          <a:p>
            <a:pPr lvl="1"/>
            <a:r>
              <a:rPr lang="en-US" dirty="0"/>
              <a:t>also provided in </a:t>
            </a:r>
            <a:r>
              <a:rPr lang="en-US" b="1" i="1" dirty="0"/>
              <a:t>R</a:t>
            </a:r>
            <a:r>
              <a:rPr lang="en-US" dirty="0"/>
              <a:t> with </a:t>
            </a:r>
            <a:r>
              <a:rPr lang="en-US" sz="2200" dirty="0" err="1">
                <a:latin typeface="Lucida Sans Typewriter" charset="0"/>
                <a:ea typeface="Lucida Sans Typewriter" charset="0"/>
                <a:cs typeface="Lucida Sans Typewriter" charset="0"/>
              </a:rPr>
              <a:t>bartlett.test</a:t>
            </a:r>
            <a:r>
              <a:rPr lang="en-US" sz="2200" dirty="0">
                <a:latin typeface="Lucida Sans Typewriter" charset="0"/>
                <a:ea typeface="Lucida Sans Typewriter" charset="0"/>
                <a:cs typeface="Lucida Sans Typewriter" charset="0"/>
              </a:rPr>
              <a:t> </a:t>
            </a:r>
            <a:r>
              <a:rPr lang="en-US" dirty="0">
                <a:ea typeface="Lucida Sans Typewriter" charset="0"/>
                <a:cs typeface="Lucida Sans Typewriter" charset="0"/>
              </a:rPr>
              <a:t>function</a:t>
            </a:r>
          </a:p>
          <a:p>
            <a:pPr lvl="1"/>
            <a:endParaRPr lang="en-US" dirty="0">
              <a:ea typeface="Lucida Sans Typewriter" charset="0"/>
              <a:cs typeface="Lucida Sans Typewriter" charset="0"/>
            </a:endParaRPr>
          </a:p>
          <a:p>
            <a:r>
              <a:rPr lang="en-US" dirty="0"/>
              <a:t>Analysis of variance tests for </a:t>
            </a:r>
            <a:r>
              <a:rPr lang="en-US" i="1" dirty="0"/>
              <a:t>H</a:t>
            </a:r>
            <a:r>
              <a:rPr lang="en-US" baseline="-25000" dirty="0"/>
              <a:t>0</a:t>
            </a:r>
            <a:r>
              <a:rPr lang="en-US" dirty="0"/>
              <a:t>: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µ</a:t>
            </a:r>
            <a:r>
              <a:rPr lang="en-US" baseline="-25000" dirty="0">
                <a:solidFill>
                  <a:schemeClr val="accent3">
                    <a:lumMod val="75000"/>
                  </a:schemeClr>
                </a:solidFill>
              </a:rPr>
              <a:t>1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=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µ</a:t>
            </a:r>
            <a:r>
              <a:rPr lang="en-US" baseline="-25000" dirty="0">
                <a:solidFill>
                  <a:schemeClr val="accent3">
                    <a:lumMod val="75000"/>
                  </a:schemeClr>
                </a:solidFill>
              </a:rPr>
              <a:t>2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= </a:t>
            </a:r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µ</a:t>
            </a:r>
            <a:r>
              <a:rPr lang="en-US" baseline="-25000" dirty="0">
                <a:solidFill>
                  <a:schemeClr val="accent3">
                    <a:lumMod val="75000"/>
                  </a:schemeClr>
                </a:solidFill>
              </a:rPr>
              <a:t>3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US" dirty="0"/>
              <a:t>= </a:t>
            </a:r>
            <a:r>
              <a:rPr lang="en-US" i="1" dirty="0"/>
              <a:t>µ</a:t>
            </a:r>
            <a:r>
              <a:rPr lang="en-US" baseline="-25000" dirty="0"/>
              <a:t>4</a:t>
            </a:r>
            <a:r>
              <a:rPr lang="en-US" dirty="0"/>
              <a:t> = 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226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ANOVA conceptually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hypothesis test is based on </a:t>
            </a:r>
            <a:r>
              <a:rPr lang="en-US" b="1" dirty="0"/>
              <a:t>splitting</a:t>
            </a:r>
            <a:r>
              <a:rPr lang="en-US" dirty="0"/>
              <a:t> the variation in the data into</a:t>
            </a:r>
          </a:p>
          <a:p>
            <a:pPr lvl="1"/>
            <a:r>
              <a:rPr lang="en-US" dirty="0"/>
              <a:t>Variation </a:t>
            </a:r>
            <a:r>
              <a:rPr lang="en-US" b="1" dirty="0"/>
              <a:t>within</a:t>
            </a:r>
            <a:r>
              <a:rPr lang="en-US" dirty="0"/>
              <a:t> each sample</a:t>
            </a:r>
          </a:p>
          <a:p>
            <a:pPr lvl="1"/>
            <a:r>
              <a:rPr lang="en-US" dirty="0"/>
              <a:t>Variation </a:t>
            </a:r>
            <a:r>
              <a:rPr lang="en-US" b="1" dirty="0"/>
              <a:t>between</a:t>
            </a:r>
            <a:r>
              <a:rPr lang="en-US" dirty="0"/>
              <a:t> the samples</a:t>
            </a:r>
          </a:p>
          <a:p>
            <a:pPr lvl="1"/>
            <a:endParaRPr lang="en-US" dirty="0"/>
          </a:p>
          <a:p>
            <a:r>
              <a:rPr lang="en-US" dirty="0"/>
              <a:t>Variation in data </a:t>
            </a:r>
            <a:r>
              <a:rPr lang="en-GB" dirty="0"/>
              <a:t>=</a:t>
            </a:r>
            <a:r>
              <a:rPr lang="en-US" dirty="0"/>
              <a:t> variation within groups + variation between groups</a:t>
            </a:r>
          </a:p>
          <a:p>
            <a:endParaRPr lang="en-US" dirty="0"/>
          </a:p>
          <a:p>
            <a:pPr lvl="1"/>
            <a:r>
              <a:rPr lang="en-US" dirty="0"/>
              <a:t>Variation in data </a:t>
            </a:r>
            <a:r>
              <a:rPr lang="mr-IN" dirty="0"/>
              <a:t>–</a:t>
            </a:r>
            <a:r>
              <a:rPr lang="en-US" dirty="0"/>
              <a:t> total variation around </a:t>
            </a:r>
            <a:r>
              <a:rPr lang="en-US" b="1" dirty="0"/>
              <a:t>overall</a:t>
            </a:r>
            <a:r>
              <a:rPr lang="en-US" dirty="0"/>
              <a:t> mean</a:t>
            </a:r>
          </a:p>
          <a:p>
            <a:pPr lvl="1"/>
            <a:r>
              <a:rPr lang="en-US" dirty="0"/>
              <a:t>Variation within groups </a:t>
            </a:r>
            <a:r>
              <a:rPr lang="mr-IN" dirty="0"/>
              <a:t>–</a:t>
            </a:r>
            <a:r>
              <a:rPr lang="en-US" dirty="0"/>
              <a:t> variation in a </a:t>
            </a:r>
            <a:r>
              <a:rPr lang="en-US" b="1" dirty="0"/>
              <a:t>group</a:t>
            </a:r>
            <a:r>
              <a:rPr lang="en-US" dirty="0"/>
              <a:t> around the </a:t>
            </a:r>
            <a:r>
              <a:rPr lang="en-US" b="1" dirty="0"/>
              <a:t>sample</a:t>
            </a:r>
            <a:r>
              <a:rPr lang="en-US" dirty="0"/>
              <a:t> mean</a:t>
            </a:r>
          </a:p>
          <a:p>
            <a:pPr lvl="1"/>
            <a:r>
              <a:rPr lang="en-US" dirty="0"/>
              <a:t>Variation between groups </a:t>
            </a:r>
            <a:r>
              <a:rPr lang="mr-IN" dirty="0"/>
              <a:t>–</a:t>
            </a:r>
            <a:r>
              <a:rPr lang="en-US" dirty="0"/>
              <a:t> variation </a:t>
            </a:r>
            <a:r>
              <a:rPr lang="en-US" b="1" dirty="0"/>
              <a:t>between</a:t>
            </a:r>
            <a:r>
              <a:rPr lang="en-US" dirty="0"/>
              <a:t> the sample means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03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Example question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177553" cy="4351338"/>
          </a:xfrm>
        </p:spPr>
        <p:txBody>
          <a:bodyPr/>
          <a:lstStyle/>
          <a:p>
            <a:r>
              <a:rPr lang="en-US" dirty="0"/>
              <a:t>Length of stay (hours) in hospital for patients having same procedure in different hospitals</a:t>
            </a:r>
          </a:p>
          <a:p>
            <a:endParaRPr lang="en-US" dirty="0"/>
          </a:p>
          <a:p>
            <a:r>
              <a:rPr lang="en-US" dirty="0"/>
              <a:t>Are there differences in the length of stay between hospitals?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758318"/>
              </p:ext>
            </p:extLst>
          </p:nvPr>
        </p:nvGraphicFramePr>
        <p:xfrm>
          <a:off x="6859494" y="1690688"/>
          <a:ext cx="3709893" cy="444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238"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  <a:r>
                        <a:rPr lang="en-US" baseline="0" dirty="0"/>
                        <a:t>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  <a:r>
                        <a:rPr lang="en-US" baseline="0" dirty="0"/>
                        <a:t> 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  <a:r>
                        <a:rPr lang="en-US" baseline="0" dirty="0"/>
                        <a:t> 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155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ANOVA continued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analysis of variance test can be presented in an ANOVA table using the variation, or ‘sums of squares’, values</a:t>
            </a:r>
          </a:p>
          <a:p>
            <a:pPr lvl="1"/>
            <a:r>
              <a:rPr lang="en-US" dirty="0"/>
              <a:t>SST </a:t>
            </a:r>
            <a:r>
              <a:rPr lang="mr-IN" dirty="0"/>
              <a:t>–</a:t>
            </a:r>
            <a:r>
              <a:rPr lang="en-US" dirty="0"/>
              <a:t> total sum of squares</a:t>
            </a:r>
          </a:p>
          <a:p>
            <a:pPr lvl="1"/>
            <a:r>
              <a:rPr lang="en-US" dirty="0"/>
              <a:t>SSW </a:t>
            </a:r>
            <a:r>
              <a:rPr lang="mr-IN" dirty="0"/>
              <a:t>–</a:t>
            </a:r>
            <a:r>
              <a:rPr lang="en-US" dirty="0"/>
              <a:t> sum of squares ‘within’</a:t>
            </a:r>
          </a:p>
          <a:p>
            <a:pPr lvl="1"/>
            <a:r>
              <a:rPr lang="en-US" dirty="0"/>
              <a:t>SSB </a:t>
            </a:r>
            <a:r>
              <a:rPr lang="mr-IN" dirty="0"/>
              <a:t>–</a:t>
            </a:r>
            <a:r>
              <a:rPr lang="en-US" dirty="0"/>
              <a:t> sum of squares ‘between’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SST = SSW + SSB</a:t>
            </a:r>
          </a:p>
          <a:p>
            <a:pPr lvl="1"/>
            <a:endParaRPr lang="en-US" dirty="0"/>
          </a:p>
          <a:p>
            <a:r>
              <a:rPr lang="en-US" dirty="0"/>
              <a:t>The test statistic is called the </a:t>
            </a:r>
            <a:r>
              <a:rPr lang="en-US" i="1" dirty="0"/>
              <a:t>F</a:t>
            </a:r>
            <a:r>
              <a:rPr lang="en-US" dirty="0"/>
              <a:t>-test</a:t>
            </a:r>
          </a:p>
          <a:p>
            <a:pPr lvl="1"/>
            <a:r>
              <a:rPr lang="en-US" dirty="0"/>
              <a:t>After R. Fisher who developed it</a:t>
            </a:r>
          </a:p>
          <a:p>
            <a:endParaRPr lang="en-US" dirty="0"/>
          </a:p>
          <a:p>
            <a:r>
              <a:rPr lang="en-US" dirty="0"/>
              <a:t>It compares the two types of variation, </a:t>
            </a:r>
            <a:r>
              <a:rPr lang="en-US" b="1" dirty="0"/>
              <a:t>between</a:t>
            </a:r>
            <a:r>
              <a:rPr lang="en-US" dirty="0"/>
              <a:t> and </a:t>
            </a:r>
            <a:r>
              <a:rPr lang="en-US" b="1" dirty="0"/>
              <a:t>within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5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Definitions 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</a:rPr>
              <a:t>–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sums of squares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of square total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Sum of squares within</a:t>
            </a:r>
            <a:br>
              <a:rPr lang="en-US" dirty="0"/>
            </a:br>
            <a:r>
              <a:rPr lang="en-US" dirty="0"/>
              <a:t>group</a:t>
            </a:r>
          </a:p>
          <a:p>
            <a:endParaRPr lang="en-US" dirty="0"/>
          </a:p>
          <a:p>
            <a:r>
              <a:rPr lang="en-US" dirty="0"/>
              <a:t>Sum of squares between</a:t>
            </a:r>
            <a:br>
              <a:rPr lang="en-US" dirty="0"/>
            </a:br>
            <a:r>
              <a:rPr lang="en-US" dirty="0"/>
              <a:t>groups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 descr="Sum of squares total, SST - Sum over i, Sum over j of x_IJ - mean x all squar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20" y="1709038"/>
            <a:ext cx="4838700" cy="1041400"/>
          </a:xfrm>
          <a:prstGeom prst="rect">
            <a:avLst/>
          </a:prstGeom>
        </p:spPr>
      </p:pic>
      <p:pic>
        <p:nvPicPr>
          <p:cNvPr id="8" name="Picture 7" descr="Sum of squares within group, SSW - Sum over i, Sum over j of x_IJ - mean x of group i all squa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520" y="3338606"/>
            <a:ext cx="5156200" cy="1041400"/>
          </a:xfrm>
          <a:prstGeom prst="rect">
            <a:avLst/>
          </a:prstGeom>
        </p:spPr>
      </p:pic>
      <p:pic>
        <p:nvPicPr>
          <p:cNvPr id="9" name="Picture 8" descr="Sum of squares between groups, SSB - Sum over i,  n times  x_I - mean x all squar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20" y="4807137"/>
            <a:ext cx="44831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494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Definitions cont. 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</a:rPr>
              <a:t>–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Degrees of freedom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0695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For </a:t>
            </a:r>
            <a:r>
              <a:rPr lang="en-US" i="1" dirty="0"/>
              <a:t>n </a:t>
            </a:r>
            <a:r>
              <a:rPr lang="en-US" dirty="0"/>
              <a:t>total observations in </a:t>
            </a:r>
            <a:r>
              <a:rPr lang="en-US" i="1" dirty="0"/>
              <a:t>i</a:t>
            </a:r>
            <a:r>
              <a:rPr lang="en-US" dirty="0"/>
              <a:t> groups the </a:t>
            </a:r>
            <a:r>
              <a:rPr lang="en-US" b="1" dirty="0"/>
              <a:t>total</a:t>
            </a:r>
            <a:r>
              <a:rPr lang="en-US" dirty="0"/>
              <a:t> degrees of freedom is </a:t>
            </a:r>
            <a:r>
              <a:rPr lang="en-US" i="1" dirty="0"/>
              <a:t>n</a:t>
            </a:r>
            <a:r>
              <a:rPr lang="en-US" dirty="0"/>
              <a:t>-1</a:t>
            </a:r>
          </a:p>
          <a:p>
            <a:pPr lvl="1"/>
            <a:r>
              <a:rPr lang="en-US" dirty="0" err="1"/>
              <a:t>i.e</a:t>
            </a:r>
            <a:r>
              <a:rPr lang="en-US" dirty="0"/>
              <a:t> total number of observations minus 1</a:t>
            </a:r>
          </a:p>
          <a:p>
            <a:pPr lvl="1"/>
            <a:endParaRPr lang="en-US" dirty="0"/>
          </a:p>
          <a:p>
            <a:r>
              <a:rPr lang="en-US" dirty="0"/>
              <a:t>For the SSW term there are </a:t>
            </a:r>
            <a:r>
              <a:rPr lang="en-US" i="1" dirty="0"/>
              <a:t>n-</a:t>
            </a:r>
            <a:r>
              <a:rPr lang="en-US" i="1" dirty="0" err="1"/>
              <a:t>i</a:t>
            </a:r>
            <a:r>
              <a:rPr lang="en-US" dirty="0"/>
              <a:t> degrees of freedom</a:t>
            </a:r>
          </a:p>
          <a:p>
            <a:pPr lvl="1"/>
            <a:r>
              <a:rPr lang="en-US" dirty="0"/>
              <a:t>Since terms are consider </a:t>
            </a:r>
            <a:r>
              <a:rPr lang="en-US" i="1" dirty="0"/>
              <a:t>group-by-group</a:t>
            </a:r>
            <a:r>
              <a:rPr lang="en-US" dirty="0"/>
              <a:t> and 1 </a:t>
            </a:r>
            <a:r>
              <a:rPr lang="en-US" dirty="0" err="1"/>
              <a:t>d.o.f</a:t>
            </a:r>
            <a:r>
              <a:rPr lang="en-US" dirty="0"/>
              <a:t>. is subtracted for each</a:t>
            </a:r>
          </a:p>
          <a:p>
            <a:pPr lvl="1"/>
            <a:endParaRPr lang="en-US" dirty="0"/>
          </a:p>
          <a:p>
            <a:r>
              <a:rPr lang="en-US" dirty="0"/>
              <a:t>For the SSB term there are </a:t>
            </a:r>
            <a:r>
              <a:rPr lang="en-US" i="1" dirty="0"/>
              <a:t>i</a:t>
            </a:r>
            <a:r>
              <a:rPr lang="en-US" dirty="0"/>
              <a:t>-1 degrees of freedom</a:t>
            </a:r>
          </a:p>
          <a:p>
            <a:pPr lvl="1"/>
            <a:r>
              <a:rPr lang="en-US" dirty="0"/>
              <a:t>Since in this term there are </a:t>
            </a:r>
            <a:r>
              <a:rPr lang="en-US" i="1" dirty="0"/>
              <a:t>i</a:t>
            </a:r>
            <a:r>
              <a:rPr lang="en-US" dirty="0"/>
              <a:t> group means to consider, minus 1</a:t>
            </a:r>
          </a:p>
          <a:p>
            <a:pPr lvl="1"/>
            <a:endParaRPr lang="en-US" dirty="0"/>
          </a:p>
          <a:p>
            <a:r>
              <a:rPr lang="en-US" dirty="0"/>
              <a:t>NB degrees of freedom are consistent</a:t>
            </a:r>
          </a:p>
          <a:p>
            <a:pPr lvl="1"/>
            <a:r>
              <a:rPr lang="en-US" dirty="0"/>
              <a:t>(</a:t>
            </a:r>
            <a:r>
              <a:rPr lang="en-US" i="1" dirty="0"/>
              <a:t>n-</a:t>
            </a:r>
            <a:r>
              <a:rPr lang="en-US" i="1" dirty="0" err="1"/>
              <a:t>i</a:t>
            </a:r>
            <a:r>
              <a:rPr lang="en-US" dirty="0"/>
              <a:t>) + (</a:t>
            </a:r>
            <a:r>
              <a:rPr lang="en-US" i="1" dirty="0"/>
              <a:t>i</a:t>
            </a:r>
            <a:r>
              <a:rPr lang="en-US" dirty="0"/>
              <a:t>-1) = </a:t>
            </a:r>
            <a:r>
              <a:rPr lang="en-US" i="1" dirty="0"/>
              <a:t>n</a:t>
            </a:r>
            <a:r>
              <a:rPr lang="en-US" dirty="0"/>
              <a:t> -1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93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Definition </a:t>
            </a:r>
            <a:r>
              <a:rPr lang="mr-IN" dirty="0">
                <a:solidFill>
                  <a:schemeClr val="accent3">
                    <a:lumMod val="75000"/>
                  </a:schemeClr>
                </a:solidFill>
              </a:rPr>
              <a:t>–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 F-statistic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Named for biologist and statistician Ronald A. Fisher</a:t>
            </a:r>
          </a:p>
          <a:p>
            <a:r>
              <a:rPr lang="en-US" dirty="0"/>
              <a:t>Defined thus: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Takes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i="1" dirty="0"/>
              <a:t>degree of freedom </a:t>
            </a:r>
            <a:r>
              <a:rPr lang="en-US" b="1" dirty="0"/>
              <a:t>parameters</a:t>
            </a:r>
          </a:p>
          <a:p>
            <a:r>
              <a:rPr lang="en-US" dirty="0"/>
              <a:t>Large values indicate that contribution to variance between groups is comparatively large, and so null hypothesis is unlikely</a:t>
            </a:r>
          </a:p>
          <a:p>
            <a:r>
              <a:rPr lang="en-US" dirty="0"/>
              <a:t>But 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how</a:t>
            </a:r>
            <a:r>
              <a:rPr lang="en-US" dirty="0"/>
              <a:t> unlikely? Look at F distribution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 descr="Definition of Fisher statistic, F = SSB over k miinus divided by SSW over n minus 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905" y="2748430"/>
            <a:ext cx="36576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90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130488" cy="2257051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Fisher’s F distribution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10</a:t>
            </a:fld>
            <a:endParaRPr lang="en-US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98F0657D-0F61-CDC2-9778-DDC6C17CB2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1801" t="-2522" r="-1801" b="-2522"/>
          <a:stretch/>
        </p:blipFill>
        <p:spPr>
          <a:xfrm>
            <a:off x="4610196" y="182537"/>
            <a:ext cx="7086408" cy="5672415"/>
          </a:xfr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C214353-8835-CAC3-A474-94BC3BC372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91" t="4060" r="4691" b="4060"/>
          <a:stretch/>
        </p:blipFill>
        <p:spPr>
          <a:xfrm>
            <a:off x="5054249" y="537985"/>
            <a:ext cx="6198302" cy="49615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CDD63E7-D10E-F4CE-22EC-2384A0BEC3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554" t="-1258" r="-554" b="-1258"/>
          <a:stretch/>
        </p:blipFill>
        <p:spPr>
          <a:xfrm>
            <a:off x="4437982" y="250812"/>
            <a:ext cx="6915818" cy="553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8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0" b="4087"/>
          <a:stretch/>
        </p:blipFill>
        <p:spPr>
          <a:xfrm>
            <a:off x="5007747" y="1027906"/>
            <a:ext cx="6866006" cy="5177117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Fisher’s F distribution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56032" y="5652669"/>
            <a:ext cx="7157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R:</a:t>
            </a:r>
          </a:p>
          <a:p>
            <a:r>
              <a:rPr lang="mr-IN" dirty="0" err="1">
                <a:latin typeface="Lucida Sans Typewriter" charset="0"/>
                <a:ea typeface="Lucida Sans Typewriter" charset="0"/>
                <a:cs typeface="Lucida Sans Typewriter" charset="0"/>
              </a:rPr>
              <a:t>curve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(</a:t>
            </a:r>
            <a:r>
              <a:rPr lang="mr-IN" dirty="0" err="1">
                <a:latin typeface="Lucida Sans Typewriter" charset="0"/>
                <a:ea typeface="Lucida Sans Typewriter" charset="0"/>
                <a:cs typeface="Lucida Sans Typewriter" charset="0"/>
              </a:rPr>
              <a:t>df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(x,1,1), </a:t>
            </a:r>
            <a:r>
              <a:rPr lang="mr-IN" dirty="0" err="1">
                <a:latin typeface="Lucida Sans Typewriter" charset="0"/>
                <a:ea typeface="Lucida Sans Typewriter" charset="0"/>
                <a:cs typeface="Lucida Sans Typewriter" charset="0"/>
              </a:rPr>
              <a:t>xlim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=</a:t>
            </a:r>
            <a:r>
              <a:rPr lang="mr-IN" dirty="0" err="1">
                <a:latin typeface="Lucida Sans Typewriter" charset="0"/>
                <a:ea typeface="Lucida Sans Typewriter" charset="0"/>
                <a:cs typeface="Lucida Sans Typewriter" charset="0"/>
              </a:rPr>
              <a:t>c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(0,</a:t>
            </a:r>
            <a:r>
              <a:rPr lang="en-GB" dirty="0">
                <a:latin typeface="Lucida Sans Typewriter" charset="0"/>
                <a:ea typeface="Lucida Sans Typewriter" charset="0"/>
                <a:cs typeface="Lucida Sans Typewriter" charset="0"/>
              </a:rPr>
              <a:t>3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), </a:t>
            </a:r>
            <a:r>
              <a:rPr lang="mr-IN" dirty="0" err="1">
                <a:latin typeface="Lucida Sans Typewriter" charset="0"/>
                <a:ea typeface="Lucida Sans Typewriter" charset="0"/>
                <a:cs typeface="Lucida Sans Typewriter" charset="0"/>
              </a:rPr>
              <a:t>ylim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=</a:t>
            </a:r>
            <a:r>
              <a:rPr lang="mr-IN" dirty="0" err="1">
                <a:latin typeface="Lucida Sans Typewriter" charset="0"/>
                <a:ea typeface="Lucida Sans Typewriter" charset="0"/>
                <a:cs typeface="Lucida Sans Typewriter" charset="0"/>
              </a:rPr>
              <a:t>c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(0,.8), </a:t>
            </a:r>
            <a:r>
              <a:rPr lang="mr-IN" dirty="0" err="1">
                <a:latin typeface="Lucida Sans Typewriter" charset="0"/>
                <a:ea typeface="Lucida Sans Typewriter" charset="0"/>
                <a:cs typeface="Lucida Sans Typewriter" charset="0"/>
              </a:rPr>
              <a:t>lty</a:t>
            </a:r>
            <a:r>
              <a:rPr lang="mr-IN" dirty="0">
                <a:latin typeface="Lucida Sans Typewriter" charset="0"/>
                <a:ea typeface="Lucida Sans Typewriter" charset="0"/>
                <a:cs typeface="Lucida Sans Typewriter" charset="0"/>
              </a:rPr>
              <a:t>=2)</a:t>
            </a:r>
            <a:endParaRPr lang="en-US" dirty="0">
              <a:latin typeface="Lucida Sans Typewriter" charset="0"/>
              <a:ea typeface="Lucida Sans Typewriter" charset="0"/>
              <a:cs typeface="Lucida Sans Typewriter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907" y="2084294"/>
            <a:ext cx="36844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Distribution has long tail to the right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760D420-16BD-B148-9150-6A07285FA740}"/>
                  </a:ext>
                </a:extLst>
              </p14:cNvPr>
              <p14:cNvContentPartPr/>
              <p14:nvPr/>
            </p14:nvContentPartPr>
            <p14:xfrm>
              <a:off x="6238800" y="1951560"/>
              <a:ext cx="5810760" cy="3589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760D420-16BD-B148-9150-6A07285FA7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29440" y="1942200"/>
                <a:ext cx="5829480" cy="360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521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Let’s do the example</a:t>
            </a:r>
            <a:br>
              <a:rPr lang="en-US" dirty="0">
                <a:solidFill>
                  <a:schemeClr val="accent3">
                    <a:lumMod val="75000"/>
                  </a:schemeClr>
                </a:solidFill>
              </a:rPr>
            </a:br>
            <a:endParaRPr lang="en-US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BBCFED-874B-6E49-9764-A62D56B5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118898"/>
              </p:ext>
            </p:extLst>
          </p:nvPr>
        </p:nvGraphicFramePr>
        <p:xfrm>
          <a:off x="7568577" y="365125"/>
          <a:ext cx="3709893" cy="4448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6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2238"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  <a:r>
                        <a:rPr lang="en-US" baseline="0" dirty="0"/>
                        <a:t> 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  <a:r>
                        <a:rPr lang="en-US" baseline="0" dirty="0"/>
                        <a:t>  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Hospital</a:t>
                      </a:r>
                      <a:r>
                        <a:rPr lang="en-US" baseline="0" dirty="0"/>
                        <a:t> C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0668">
                <a:tc>
                  <a:txBody>
                    <a:bodyPr/>
                    <a:lstStyle/>
                    <a:p>
                      <a:r>
                        <a:rPr lang="en-US" dirty="0"/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C98F422-E3E1-5942-BF99-9A2B016FE175}"/>
                  </a:ext>
                </a:extLst>
              </p14:cNvPr>
              <p14:cNvContentPartPr/>
              <p14:nvPr/>
            </p14:nvContentPartPr>
            <p14:xfrm>
              <a:off x="402480" y="1022040"/>
              <a:ext cx="10244880" cy="4723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C98F422-E3E1-5942-BF99-9A2B016FE1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6280" y="1005840"/>
                <a:ext cx="10277280" cy="4755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3465AD7-CA3F-4B44-82A5-7350CE7A9E6D}"/>
              </a:ext>
            </a:extLst>
          </p:cNvPr>
          <p:cNvSpPr/>
          <p:nvPr/>
        </p:nvSpPr>
        <p:spPr>
          <a:xfrm>
            <a:off x="391329" y="1010889"/>
            <a:ext cx="7166097" cy="22452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AB7652-BD24-8F44-BF23-A6A31C05D2FB}"/>
              </a:ext>
            </a:extLst>
          </p:cNvPr>
          <p:cNvSpPr/>
          <p:nvPr/>
        </p:nvSpPr>
        <p:spPr>
          <a:xfrm>
            <a:off x="402480" y="3339929"/>
            <a:ext cx="6667394" cy="24053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EB4498-3BF9-1F42-9853-CEC75491B6B5}"/>
              </a:ext>
            </a:extLst>
          </p:cNvPr>
          <p:cNvSpPr/>
          <p:nvPr/>
        </p:nvSpPr>
        <p:spPr>
          <a:xfrm>
            <a:off x="7163669" y="4840306"/>
            <a:ext cx="4114801" cy="1006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972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Example cont.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5966" y="5285791"/>
            <a:ext cx="88949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See also nice Khan academy video:</a:t>
            </a:r>
            <a:br>
              <a:rPr lang="en-US" dirty="0"/>
            </a:br>
            <a:r>
              <a:rPr lang="en-US" dirty="0">
                <a:hlinkClick r:id="rId2"/>
              </a:rPr>
              <a:t>https://www.khanacademy.org/math/statistics-probability/analysis-of-variance-anova-library</a:t>
            </a:r>
            <a:endParaRPr lang="en-US" dirty="0"/>
          </a:p>
          <a:p>
            <a:r>
              <a:rPr lang="en-US" dirty="0"/>
              <a:t>(3 parts, approximately 30 minutes in total)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CD6C1D-741E-BE40-B4AD-49C3B34706C9}"/>
              </a:ext>
            </a:extLst>
          </p:cNvPr>
          <p:cNvSpPr txBox="1"/>
          <p:nvPr/>
        </p:nvSpPr>
        <p:spPr>
          <a:xfrm>
            <a:off x="531471" y="4193625"/>
            <a:ext cx="60998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pf() </a:t>
            </a:r>
            <a:r>
              <a:rPr lang="en-US" dirty="0"/>
              <a:t>function to get the probability for your value of </a:t>
            </a:r>
            <a:r>
              <a:rPr lang="en-US" i="1" dirty="0"/>
              <a:t>F</a:t>
            </a:r>
            <a:r>
              <a:rPr lang="en-US" dirty="0"/>
              <a:t> 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pf(10.73,2,27) </a:t>
            </a:r>
            <a:r>
              <a:rPr lang="en-US" dirty="0"/>
              <a:t>gives 0.9996</a:t>
            </a:r>
          </a:p>
          <a:p>
            <a:r>
              <a:rPr lang="en-US" dirty="0"/>
              <a:t>1-0.9996 = 4 x 10</a:t>
            </a:r>
            <a:r>
              <a:rPr lang="en-US" baseline="30000" dirty="0"/>
              <a:t>-4</a:t>
            </a:r>
            <a:r>
              <a:rPr lang="en-US" dirty="0"/>
              <a:t>, so very </a:t>
            </a:r>
            <a:r>
              <a:rPr lang="en-US" b="1" dirty="0"/>
              <a:t>small</a:t>
            </a:r>
            <a:r>
              <a:rPr lang="en-US" dirty="0"/>
              <a:t> </a:t>
            </a:r>
            <a:r>
              <a:rPr lang="en-US" i="1" dirty="0"/>
              <a:t>p</a:t>
            </a:r>
            <a:r>
              <a:rPr lang="en-US" dirty="0"/>
              <a:t> value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20E54-49E8-2E12-6AEE-C863986641FA}"/>
              </a:ext>
            </a:extLst>
          </p:cNvPr>
          <p:cNvSpPr txBox="1"/>
          <p:nvPr/>
        </p:nvSpPr>
        <p:spPr>
          <a:xfrm>
            <a:off x="5260902" y="2534975"/>
            <a:ext cx="23411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Degrees of freedom:</a:t>
            </a:r>
          </a:p>
          <a:p>
            <a:r>
              <a:rPr lang="en-GB" dirty="0"/>
              <a:t>Numerator k - 1 = 2</a:t>
            </a:r>
          </a:p>
          <a:p>
            <a:r>
              <a:rPr lang="en-GB" dirty="0"/>
              <a:t>Denominator n - k = 27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FB455-676F-D932-7380-E5EC88BA6872}"/>
              </a:ext>
            </a:extLst>
          </p:cNvPr>
          <p:cNvSpPr txBox="1"/>
          <p:nvPr/>
        </p:nvSpPr>
        <p:spPr>
          <a:xfrm>
            <a:off x="5412386" y="767358"/>
            <a:ext cx="1838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Calculated values</a:t>
            </a:r>
            <a:br>
              <a:rPr lang="en-GB" dirty="0"/>
            </a:br>
            <a:r>
              <a:rPr lang="en-GB" dirty="0"/>
              <a:t>SSB = 4168</a:t>
            </a:r>
          </a:p>
          <a:p>
            <a:r>
              <a:rPr lang="en-GB" dirty="0"/>
              <a:t>SSW = 5140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89445-F9D2-8785-B515-F1C8CF13CC36}"/>
              </a:ext>
            </a:extLst>
          </p:cNvPr>
          <p:cNvSpPr txBox="1"/>
          <p:nvPr/>
        </p:nvSpPr>
        <p:spPr>
          <a:xfrm>
            <a:off x="1311442" y="2088686"/>
            <a:ext cx="25506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solidFill>
                  <a:schemeClr val="accent3">
                    <a:lumMod val="75000"/>
                  </a:schemeClr>
                </a:solidFill>
              </a:rPr>
              <a:t>F = SSB/ </a:t>
            </a:r>
            <a:r>
              <a:rPr lang="en-GB" sz="3200" dirty="0" err="1">
                <a:solidFill>
                  <a:schemeClr val="accent3">
                    <a:lumMod val="75000"/>
                  </a:schemeClr>
                </a:solidFill>
              </a:rPr>
              <a:t>d.o.f</a:t>
            </a:r>
            <a:br>
              <a:rPr lang="en-GB" sz="3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sz="3200" dirty="0">
                <a:solidFill>
                  <a:schemeClr val="accent3">
                    <a:lumMod val="75000"/>
                  </a:schemeClr>
                </a:solidFill>
              </a:rPr>
              <a:t>      SSW/</a:t>
            </a:r>
            <a:r>
              <a:rPr lang="en-GB" sz="3200" dirty="0" err="1">
                <a:solidFill>
                  <a:schemeClr val="accent3">
                    <a:lumMod val="75000"/>
                  </a:schemeClr>
                </a:solidFill>
              </a:rPr>
              <a:t>d.o.f</a:t>
            </a:r>
            <a:br>
              <a:rPr lang="en-GB" sz="3200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sz="3200" dirty="0">
                <a:solidFill>
                  <a:schemeClr val="accent3">
                    <a:lumMod val="75000"/>
                  </a:schemeClr>
                </a:solidFill>
              </a:rPr>
              <a:t>		</a:t>
            </a:r>
          </a:p>
        </p:txBody>
      </p:sp>
      <p:cxnSp>
        <p:nvCxnSpPr>
          <p:cNvPr id="13" name="Straight Connector 12" descr="line between numerator and denominator">
            <a:extLst>
              <a:ext uri="{FF2B5EF4-FFF2-40B4-BE49-F238E27FC236}">
                <a16:creationId xmlns:a16="http://schemas.microsoft.com/office/drawing/2014/main" id="{898FE2CD-FEE2-8200-EE6F-AC3FA527E1A0}"/>
              </a:ext>
            </a:extLst>
          </p:cNvPr>
          <p:cNvCxnSpPr>
            <a:cxnSpLocks/>
          </p:cNvCxnSpPr>
          <p:nvPr/>
        </p:nvCxnSpPr>
        <p:spPr>
          <a:xfrm flipH="1">
            <a:off x="1925052" y="2610853"/>
            <a:ext cx="1656348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14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1D4D1-D5A7-4B40-A38D-1CEFA3619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Hospital example using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C75A5-2CB8-5E4A-BEEB-C648780C2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Are the lengths of stay different:</a:t>
            </a:r>
            <a:br>
              <a:rPr lang="en-US" dirty="0"/>
            </a:br>
            <a:r>
              <a:rPr lang="en-US" i="1" dirty="0"/>
              <a:t>H</a:t>
            </a:r>
            <a:r>
              <a:rPr lang="en-US" i="1" baseline="-25000" dirty="0"/>
              <a:t>0</a:t>
            </a:r>
            <a:r>
              <a:rPr lang="en-US" i="1" dirty="0"/>
              <a:t> </a:t>
            </a:r>
            <a:r>
              <a:rPr lang="en-US" dirty="0"/>
              <a:t>:</a:t>
            </a:r>
            <a:r>
              <a:rPr lang="en-US" i="1" dirty="0"/>
              <a:t> µ</a:t>
            </a:r>
            <a:r>
              <a:rPr lang="en-US" baseline="-25000" dirty="0"/>
              <a:t>1</a:t>
            </a:r>
            <a:r>
              <a:rPr lang="en-US" i="1" dirty="0"/>
              <a:t> </a:t>
            </a:r>
            <a:r>
              <a:rPr lang="en-US" dirty="0"/>
              <a:t>=</a:t>
            </a:r>
            <a:r>
              <a:rPr lang="en-US" i="1" dirty="0"/>
              <a:t> µ</a:t>
            </a:r>
            <a:r>
              <a:rPr lang="en-US" baseline="-25000" dirty="0"/>
              <a:t>2</a:t>
            </a:r>
            <a:r>
              <a:rPr lang="en-US" i="1" baseline="-25000" dirty="0"/>
              <a:t> </a:t>
            </a:r>
            <a:r>
              <a:rPr lang="en-US" dirty="0"/>
              <a:t>=</a:t>
            </a:r>
            <a:r>
              <a:rPr lang="en-US" i="1" baseline="-25000" dirty="0"/>
              <a:t> </a:t>
            </a:r>
            <a:r>
              <a:rPr lang="en-US" i="1" dirty="0"/>
              <a:t>µ</a:t>
            </a:r>
            <a:r>
              <a:rPr lang="en-US" baseline="-25000" dirty="0"/>
              <a:t>3			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µ</a:t>
            </a:r>
            <a:r>
              <a:rPr lang="en-US" baseline="-25000" dirty="0">
                <a:solidFill>
                  <a:srgbClr val="C00000"/>
                </a:solidFill>
              </a:rPr>
              <a:t>a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=</a:t>
            </a:r>
            <a:r>
              <a:rPr lang="en-US" i="1" dirty="0">
                <a:solidFill>
                  <a:srgbClr val="C00000"/>
                </a:solidFill>
              </a:rPr>
              <a:t> µ</a:t>
            </a:r>
            <a:r>
              <a:rPr lang="en-US" baseline="-25000" dirty="0">
                <a:solidFill>
                  <a:srgbClr val="C00000"/>
                </a:solidFill>
              </a:rPr>
              <a:t>b</a:t>
            </a:r>
            <a:r>
              <a:rPr lang="en-US" i="1" baseline="-25000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=</a:t>
            </a:r>
            <a:r>
              <a:rPr lang="en-US" i="1" baseline="-25000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rgbClr val="C00000"/>
                </a:solidFill>
              </a:rPr>
              <a:t>µ</a:t>
            </a:r>
            <a:r>
              <a:rPr lang="en-US" baseline="-25000" dirty="0">
                <a:solidFill>
                  <a:srgbClr val="C00000"/>
                </a:solidFill>
              </a:rPr>
              <a:t>c</a:t>
            </a:r>
          </a:p>
          <a:p>
            <a:r>
              <a:rPr lang="en-US" dirty="0"/>
              <a:t>Input the data:</a:t>
            </a:r>
          </a:p>
          <a:p>
            <a:pPr lvl="1"/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A &lt;- c(100,134,132,125,121,144,110,133,113,145)</a:t>
            </a:r>
            <a:b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B &lt;- c(120,154,152,150,141,161,131,160,132,154)</a:t>
            </a:r>
            <a:b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</a:b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C &lt;- c(130,160,161,157,151,170,140,165,142,162) </a:t>
            </a:r>
          </a:p>
          <a:p>
            <a:pPr lvl="1"/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 &lt;- 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cbind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( c(A,B,C), c(rep("A",10),rep("B",10), rep("C",10)) ) </a:t>
            </a:r>
          </a:p>
          <a:p>
            <a:pPr lvl="1"/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/>
              <a:t> # You will  see the data</a:t>
            </a:r>
          </a:p>
          <a:p>
            <a:pPr lvl="1"/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colnames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&lt;- c("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StayLength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", "Hospital")</a:t>
            </a:r>
            <a:r>
              <a:rPr lang="en-GB" dirty="0"/>
              <a:t> # Gives sensible names</a:t>
            </a:r>
          </a:p>
          <a:p>
            <a:r>
              <a:rPr lang="en-GB" dirty="0"/>
              <a:t>Or as a data fame</a:t>
            </a:r>
          </a:p>
          <a:p>
            <a:pPr lvl="1"/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 &lt;- 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data.frame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( c(A,B,C), c(rep("A",10), rep("B",10),rep("C",10)) ) </a:t>
            </a:r>
          </a:p>
          <a:p>
            <a:pPr lvl="1"/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names(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) &lt;- c("</a:t>
            </a:r>
            <a:r>
              <a:rPr lang="en-GB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StayLength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ndale Mono" panose="020B0509000000000004" pitchFamily="49" charset="0"/>
              </a:rPr>
              <a:t>","Hospital")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 </a:t>
            </a:r>
          </a:p>
          <a:p>
            <a:pPr lvl="1"/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88CC3-7743-C04A-8BC4-81BC55CA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689ACE-5318-8045-A989-E8BF1631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45384-CBBC-9442-85D0-5CAAE48E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F2976-5833-944A-AF7A-BD1D90B1FB2C}"/>
              </a:ext>
            </a:extLst>
          </p:cNvPr>
          <p:cNvSpPr txBox="1"/>
          <p:nvPr/>
        </p:nvSpPr>
        <p:spPr>
          <a:xfrm>
            <a:off x="9534293" y="4984595"/>
            <a:ext cx="1081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Repeated on next slide</a:t>
            </a:r>
          </a:p>
        </p:txBody>
      </p:sp>
    </p:spTree>
    <p:extLst>
      <p:ext uri="{BB962C8B-B14F-4D97-AF65-F5344CB8AC3E}">
        <p14:creationId xmlns:p14="http://schemas.microsoft.com/office/powerpoint/2010/main" val="28094706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388C-E961-9E49-9DC1-E152BEAB2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Hospital example using R 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</a:rPr>
              <a:t>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551B4-06E2-974D-B027-676D846F5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3234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Alternatively, as a data fame</a:t>
            </a:r>
          </a:p>
          <a:p>
            <a:pPr lvl="1"/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 &lt;- 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data.frame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( c(A,B,C), c(rep("A",10), rep("B",10),rep("C",10)) ) </a:t>
            </a:r>
          </a:p>
          <a:p>
            <a:pPr lvl="1"/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names(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&lt;- c("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StayLength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","Hospital") </a:t>
            </a:r>
          </a:p>
          <a:p>
            <a:pPr lvl="1"/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summary(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 # Summarizes (obviously)</a:t>
            </a:r>
          </a:p>
          <a:p>
            <a:pPr lvl="1"/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boxplot(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HospStay$StayLength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 ∼ 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HospStay$Hospital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</a:t>
            </a:r>
            <a:r>
              <a:rPr lang="en-GB" dirty="0"/>
              <a:t># More visual representation</a:t>
            </a:r>
          </a:p>
          <a:p>
            <a:r>
              <a:rPr lang="en-GB" dirty="0"/>
              <a:t>Performing the test (the crucial part!)</a:t>
            </a:r>
          </a:p>
          <a:p>
            <a:pPr lvl="1"/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oneway.test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HospStay$StayLength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 ∼ 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HospStay$Hospital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 </a:t>
            </a:r>
          </a:p>
          <a:p>
            <a:pPr lvl="1"/>
            <a:endParaRPr lang="en-GB" dirty="0"/>
          </a:p>
          <a:p>
            <a:r>
              <a:rPr lang="en-GB" dirty="0"/>
              <a:t>Also Bartlett Test for equal variances</a:t>
            </a:r>
          </a:p>
          <a:p>
            <a:pPr lvl="1"/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bartlett.test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(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HospStay$StayLength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 ∼ </a:t>
            </a:r>
            <a:r>
              <a:rPr lang="en-GB" dirty="0" err="1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HospStay$Hospital</a:t>
            </a:r>
            <a:r>
              <a:rPr lang="en-GB" dirty="0">
                <a:solidFill>
                  <a:schemeClr val="bg2">
                    <a:lumMod val="50000"/>
                  </a:schemeClr>
                </a:solidFill>
                <a:latin typeface="Andale Mono" panose="020B0509000000000004" pitchFamily="49" charset="0"/>
              </a:rPr>
              <a:t>)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This answers the question is the variability in the lengths of stay the same.</a:t>
            </a:r>
          </a:p>
          <a:p>
            <a:pPr marL="457200" lvl="1" indent="0">
              <a:buNone/>
            </a:pPr>
            <a:br>
              <a:rPr lang="en-GB" dirty="0"/>
            </a:b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DF7C0-A378-854D-B552-F6460A28A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14 October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E6B3-856B-A843-8AFB-92333CB03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L.Barnby@derby.ac.uk - 7MA505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DBA2D-ABEB-2D49-99A8-5B67C1F57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US" smtClean="0"/>
              <a:t>15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3FC84-098F-E642-A9D7-7258E2E190BB}"/>
              </a:ext>
            </a:extLst>
          </p:cNvPr>
          <p:cNvSpPr txBox="1"/>
          <p:nvPr/>
        </p:nvSpPr>
        <p:spPr>
          <a:xfrm>
            <a:off x="9982200" y="3636669"/>
            <a:ext cx="2197915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Try also with</a:t>
            </a:r>
          </a:p>
          <a:p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var.equal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= TRUE</a:t>
            </a:r>
          </a:p>
          <a:p>
            <a:r>
              <a:rPr lang="en-US" dirty="0"/>
              <a:t>This is the same as the “simple” test we did.</a:t>
            </a:r>
          </a:p>
        </p:txBody>
      </p:sp>
    </p:spTree>
    <p:extLst>
      <p:ext uri="{BB962C8B-B14F-4D97-AF65-F5344CB8AC3E}">
        <p14:creationId xmlns:p14="http://schemas.microsoft.com/office/powerpoint/2010/main" val="2265766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A4883-9B4C-E9E9-EEDF-AE4072E5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accent1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15D254-20A4-CC5D-9475-1D633887D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Use ANOVA to investigate the difference of means for 3 or more groups</a:t>
            </a:r>
          </a:p>
          <a:p>
            <a:pPr lvl="1"/>
            <a:r>
              <a:rPr lang="en-GB" dirty="0"/>
              <a:t>Within </a:t>
            </a:r>
            <a:r>
              <a:rPr lang="en-GB" b="1" i="1" dirty="0"/>
              <a:t>R</a:t>
            </a:r>
            <a:r>
              <a:rPr lang="en-GB" dirty="0"/>
              <a:t> you can use </a:t>
            </a:r>
            <a:r>
              <a:rPr lang="en-GB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oneway.test</a:t>
            </a:r>
            <a:r>
              <a:rPr lang="en-GB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() </a:t>
            </a:r>
            <a:r>
              <a:rPr lang="en-GB" dirty="0"/>
              <a:t>function</a:t>
            </a:r>
          </a:p>
          <a:p>
            <a:pPr lvl="1"/>
            <a:r>
              <a:rPr lang="en-GB" dirty="0"/>
              <a:t>Default test in </a:t>
            </a:r>
            <a:r>
              <a:rPr lang="en-GB" b="1" i="1" dirty="0"/>
              <a:t>R</a:t>
            </a:r>
            <a:r>
              <a:rPr lang="en-GB" dirty="0"/>
              <a:t> is more sophisticated and can sidestep assumption of equal variances</a:t>
            </a:r>
          </a:p>
          <a:p>
            <a:pPr lvl="2"/>
            <a:r>
              <a:rPr lang="en-GB" dirty="0"/>
              <a:t>This behaviour can be turned off for comparisons</a:t>
            </a:r>
          </a:p>
          <a:p>
            <a:pPr lvl="1"/>
            <a:r>
              <a:rPr lang="en-GB" dirty="0"/>
              <a:t>Equal variance assumption can be tested with Bartlett test [</a:t>
            </a:r>
            <a:r>
              <a:rPr lang="en-GB" dirty="0" err="1">
                <a:solidFill>
                  <a:schemeClr val="accent1"/>
                </a:solidFill>
                <a:latin typeface="Lucida Sans Typewriter" panose="020B0509030504030204" pitchFamily="49" charset="77"/>
              </a:rPr>
              <a:t>bartlett.test</a:t>
            </a:r>
            <a:r>
              <a:rPr lang="en-GB" dirty="0">
                <a:solidFill>
                  <a:schemeClr val="accent1"/>
                </a:solidFill>
                <a:latin typeface="Lucida Sans Typewriter" panose="020B0509030504030204" pitchFamily="49" charset="77"/>
              </a:rPr>
              <a:t>()</a:t>
            </a:r>
            <a:r>
              <a:rPr lang="en-GB" dirty="0"/>
              <a:t>]</a:t>
            </a:r>
          </a:p>
          <a:p>
            <a:pPr lvl="1"/>
            <a:endParaRPr lang="en-GB" dirty="0"/>
          </a:p>
          <a:p>
            <a:r>
              <a:rPr lang="en-GB" dirty="0"/>
              <a:t>If the null hypothesis is rejected it does </a:t>
            </a:r>
            <a:r>
              <a:rPr lang="en-GB" dirty="0">
                <a:solidFill>
                  <a:srgbClr val="C00000"/>
                </a:solidFill>
              </a:rPr>
              <a:t>not</a:t>
            </a:r>
            <a:r>
              <a:rPr lang="en-GB" dirty="0"/>
              <a:t> immediately tell you which mean is different</a:t>
            </a:r>
          </a:p>
          <a:p>
            <a:pPr lvl="1"/>
            <a:r>
              <a:rPr lang="en-GB" dirty="0"/>
              <a:t>Pairwise </a:t>
            </a:r>
            <a:r>
              <a:rPr lang="en-GB" i="1" dirty="0"/>
              <a:t>t</a:t>
            </a:r>
            <a:r>
              <a:rPr lang="en-GB" dirty="0"/>
              <a:t>-tests are needed to establish this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02332-07EC-F287-A07E-A629C39A1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14 October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FC335-A45E-921A-A1A5-D91C36C13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 err="1"/>
              <a:t>L.Barnby@derby.ac.uk</a:t>
            </a:r>
            <a:r>
              <a:rPr lang="en-GB" dirty="0"/>
              <a:t> - 7MA505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A8753-ED6C-E760-BE0C-582021D05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5DB03-EF6A-8E4F-921D-50D7ADE022D5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8517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B289A937-BB76-8849-9817-C27864E913BC}" vid="{6759FE46-AE8E-3244-9678-EBA8AA8A6E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E9AC2D8CFB8B41AABCC159999A4638" ma:contentTypeVersion="3" ma:contentTypeDescription="Create a new document." ma:contentTypeScope="" ma:versionID="af254165cddead50929d87cdbcf97767">
  <xsd:schema xmlns:xsd="http://www.w3.org/2001/XMLSchema" xmlns:xs="http://www.w3.org/2001/XMLSchema" xmlns:p="http://schemas.microsoft.com/office/2006/metadata/properties" xmlns:ns2="4cb626c9-b1d3-40fc-bfd5-902d07b155e1" targetNamespace="http://schemas.microsoft.com/office/2006/metadata/properties" ma:root="true" ma:fieldsID="7147b54fbd3426af12a0eb4d4f630e42" ns2:_="">
    <xsd:import namespace="4cb626c9-b1d3-40fc-bfd5-902d07b155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b626c9-b1d3-40fc-bfd5-902d07b155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42D0F1-D6DE-4C01-8F19-FFC52C8F3115}"/>
</file>

<file path=customXml/itemProps2.xml><?xml version="1.0" encoding="utf-8"?>
<ds:datastoreItem xmlns:ds="http://schemas.openxmlformats.org/officeDocument/2006/customXml" ds:itemID="{C1D8FD81-0868-4980-80B5-0C1B6F9C6C40}"/>
</file>

<file path=customXml/itemProps3.xml><?xml version="1.0" encoding="utf-8"?>
<ds:datastoreItem xmlns:ds="http://schemas.openxmlformats.org/officeDocument/2006/customXml" ds:itemID="{BBA59FEB-7339-400C-B586-12D7C81784E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1365</TotalTime>
  <Words>1366</Words>
  <Application>Microsoft Macintosh PowerPoint</Application>
  <PresentationFormat>Widescreen</PresentationFormat>
  <Paragraphs>248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Andale Mono</vt:lpstr>
      <vt:lpstr>Arial</vt:lpstr>
      <vt:lpstr>Calibri</vt:lpstr>
      <vt:lpstr>Calibri Light</vt:lpstr>
      <vt:lpstr>Lucida Sans Typewriter</vt:lpstr>
      <vt:lpstr>Office Theme</vt:lpstr>
      <vt:lpstr>One-Way Analysis of Variance (ANOVA)</vt:lpstr>
      <vt:lpstr>Outline</vt:lpstr>
      <vt:lpstr>Analysis of Variance: Assumptions </vt:lpstr>
      <vt:lpstr>ANOVA conceptually</vt:lpstr>
      <vt:lpstr>Example question and data</vt:lpstr>
      <vt:lpstr>ANOVA continued</vt:lpstr>
      <vt:lpstr>Definitions – sums of squares</vt:lpstr>
      <vt:lpstr>Definitions cont. – Degrees of freedom</vt:lpstr>
      <vt:lpstr>Definition – F-statistic</vt:lpstr>
      <vt:lpstr>Fisher’s F distribution</vt:lpstr>
      <vt:lpstr>Fisher’s F distribution</vt:lpstr>
      <vt:lpstr>Let’s do the example </vt:lpstr>
      <vt:lpstr>Example cont.</vt:lpstr>
      <vt:lpstr>Hospital example using R</vt:lpstr>
      <vt:lpstr>Hospital example using R cont.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One-Way Analysis of Variance (ANOVA)</dc:title>
  <dc:creator>Lee Barnby</dc:creator>
  <cp:lastModifiedBy>Lee Barnby</cp:lastModifiedBy>
  <cp:revision>9</cp:revision>
  <dcterms:created xsi:type="dcterms:W3CDTF">2017-09-29T09:17:57Z</dcterms:created>
  <dcterms:modified xsi:type="dcterms:W3CDTF">2024-10-14T12:45:42Z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0x010100A8E9AC2D8CFB8B41AABCC159999A4638</vt:lpwstr>
  </property>
</Properties>
</file>