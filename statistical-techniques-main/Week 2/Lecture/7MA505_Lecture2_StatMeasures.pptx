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60" r:id="rId4"/>
    <p:sldId id="267" r:id="rId5"/>
    <p:sldId id="261" r:id="rId6"/>
    <p:sldId id="262" r:id="rId7"/>
    <p:sldId id="263" r:id="rId8"/>
    <p:sldId id="269" r:id="rId9"/>
    <p:sldId id="270" r:id="rId10"/>
    <p:sldId id="268" r:id="rId11"/>
    <p:sldId id="271" r:id="rId12"/>
    <p:sldId id="272" r:id="rId13"/>
    <p:sldId id="273" r:id="rId14"/>
    <p:sldId id="277" r:id="rId15"/>
    <p:sldId id="278" r:id="rId16"/>
    <p:sldId id="284" r:id="rId17"/>
    <p:sldId id="285" r:id="rId18"/>
    <p:sldId id="286" r:id="rId19"/>
    <p:sldId id="287" r:id="rId20"/>
    <p:sldId id="288" r:id="rId21"/>
    <p:sldId id="289" r:id="rId22"/>
    <p:sldId id="292" r:id="rId23"/>
    <p:sldId id="293" r:id="rId24"/>
    <p:sldId id="294" r:id="rId25"/>
    <p:sldId id="290" r:id="rId26"/>
    <p:sldId id="295" r:id="rId27"/>
    <p:sldId id="296" r:id="rId28"/>
    <p:sldId id="297" r:id="rId29"/>
    <p:sldId id="298" r:id="rId30"/>
    <p:sldId id="299" r:id="rId31"/>
    <p:sldId id="300" r:id="rId32"/>
    <p:sldId id="302" r:id="rId33"/>
    <p:sldId id="301" r:id="rId34"/>
    <p:sldId id="265" r:id="rId35"/>
    <p:sldId id="266" r:id="rId36"/>
    <p:sldId id="274" r:id="rId37"/>
    <p:sldId id="275" r:id="rId38"/>
    <p:sldId id="27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8470CA-3DFC-E048-9596-E106913E4813}" v="1022" dt="2024-09-30T11:25:02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9"/>
    <p:restoredTop sz="95770"/>
  </p:normalViewPr>
  <p:slideViewPr>
    <p:cSldViewPr snapToGrid="0" snapToObjects="1">
      <p:cViewPr varScale="1">
        <p:scale>
          <a:sx n="103" d="100"/>
          <a:sy n="103" d="100"/>
        </p:scale>
        <p:origin x="20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6D38785D-B052-4741-ADF6-9637B72631F2}"/>
    <pc:docChg chg="undo custSel addSld delSld modSld modMainMaster">
      <pc:chgData name="Lee Barnby" userId="39f99d8d-e7e3-4c24-8daa-b8927982594d" providerId="ADAL" clId="{6D38785D-B052-4741-ADF6-9637B72631F2}" dt="2020-10-08T13:18:23.631" v="211" actId="20577"/>
      <pc:docMkLst>
        <pc:docMk/>
      </pc:docMkLst>
      <pc:sldChg chg="modSp mod">
        <pc:chgData name="Lee Barnby" userId="39f99d8d-e7e3-4c24-8daa-b8927982594d" providerId="ADAL" clId="{6D38785D-B052-4741-ADF6-9637B72631F2}" dt="2020-10-08T12:30:26.672" v="197" actId="20577"/>
        <pc:sldMkLst>
          <pc:docMk/>
          <pc:sldMk cId="1408652796" sldId="256"/>
        </pc:sldMkLst>
        <pc:spChg chg="mod">
          <ac:chgData name="Lee Barnby" userId="39f99d8d-e7e3-4c24-8daa-b8927982594d" providerId="ADAL" clId="{6D38785D-B052-4741-ADF6-9637B72631F2}" dt="2020-10-08T12:30:26.672" v="197" actId="20577"/>
          <ac:spMkLst>
            <pc:docMk/>
            <pc:sldMk cId="1408652796" sldId="256"/>
            <ac:spMk id="2" creationId="{00000000-0000-0000-0000-000000000000}"/>
          </ac:spMkLst>
        </pc:spChg>
        <pc:spChg chg="mod">
          <ac:chgData name="Lee Barnby" userId="39f99d8d-e7e3-4c24-8daa-b8927982594d" providerId="ADAL" clId="{6D38785D-B052-4741-ADF6-9637B72631F2}" dt="2020-10-08T08:13:56.329" v="78" actId="20577"/>
          <ac:spMkLst>
            <pc:docMk/>
            <pc:sldMk cId="1408652796" sldId="256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D38785D-B052-4741-ADF6-9637B72631F2}" dt="2020-10-08T13:18:23.631" v="211" actId="20577"/>
        <pc:sldMkLst>
          <pc:docMk/>
          <pc:sldMk cId="500517159" sldId="257"/>
        </pc:sldMkLst>
        <pc:spChg chg="mod">
          <ac:chgData name="Lee Barnby" userId="39f99d8d-e7e3-4c24-8daa-b8927982594d" providerId="ADAL" clId="{6D38785D-B052-4741-ADF6-9637B72631F2}" dt="2020-10-08T13:18:23.631" v="211" actId="20577"/>
          <ac:spMkLst>
            <pc:docMk/>
            <pc:sldMk cId="500517159" sldId="257"/>
            <ac:spMk id="3" creationId="{00000000-0000-0000-0000-000000000000}"/>
          </ac:spMkLst>
        </pc:spChg>
      </pc:sldChg>
      <pc:sldChg chg="del">
        <pc:chgData name="Lee Barnby" userId="39f99d8d-e7e3-4c24-8daa-b8927982594d" providerId="ADAL" clId="{6D38785D-B052-4741-ADF6-9637B72631F2}" dt="2020-10-08T08:57:14.540" v="81" actId="2696"/>
        <pc:sldMkLst>
          <pc:docMk/>
          <pc:sldMk cId="216846659" sldId="258"/>
        </pc:sldMkLst>
      </pc:sldChg>
      <pc:sldChg chg="del">
        <pc:chgData name="Lee Barnby" userId="39f99d8d-e7e3-4c24-8daa-b8927982594d" providerId="ADAL" clId="{6D38785D-B052-4741-ADF6-9637B72631F2}" dt="2020-10-08T08:57:26.604" v="82" actId="2696"/>
        <pc:sldMkLst>
          <pc:docMk/>
          <pc:sldMk cId="1235815721" sldId="259"/>
        </pc:sldMkLst>
      </pc:sldChg>
      <pc:sldChg chg="modSp mod">
        <pc:chgData name="Lee Barnby" userId="39f99d8d-e7e3-4c24-8daa-b8927982594d" providerId="ADAL" clId="{6D38785D-B052-4741-ADF6-9637B72631F2}" dt="2020-10-08T07:53:49.137" v="65" actId="1037"/>
        <pc:sldMkLst>
          <pc:docMk/>
          <pc:sldMk cId="107938331" sldId="262"/>
        </pc:sldMkLst>
        <pc:spChg chg="mod">
          <ac:chgData name="Lee Barnby" userId="39f99d8d-e7e3-4c24-8daa-b8927982594d" providerId="ADAL" clId="{6D38785D-B052-4741-ADF6-9637B72631F2}" dt="2020-10-08T07:53:21.533" v="16" actId="1036"/>
          <ac:spMkLst>
            <pc:docMk/>
            <pc:sldMk cId="107938331" sldId="262"/>
            <ac:spMk id="11" creationId="{04548512-24A7-5741-B2D8-5B257C460D9B}"/>
          </ac:spMkLst>
        </pc:spChg>
        <pc:spChg chg="mod">
          <ac:chgData name="Lee Barnby" userId="39f99d8d-e7e3-4c24-8daa-b8927982594d" providerId="ADAL" clId="{6D38785D-B052-4741-ADF6-9637B72631F2}" dt="2020-10-08T07:53:49.137" v="65" actId="1037"/>
          <ac:spMkLst>
            <pc:docMk/>
            <pc:sldMk cId="107938331" sldId="262"/>
            <ac:spMk id="12" creationId="{01629D88-76FE-4E41-BD0D-4EF30EEF719B}"/>
          </ac:spMkLst>
        </pc:spChg>
      </pc:sldChg>
      <pc:sldChg chg="mod modShow">
        <pc:chgData name="Lee Barnby" userId="39f99d8d-e7e3-4c24-8daa-b8927982594d" providerId="ADAL" clId="{6D38785D-B052-4741-ADF6-9637B72631F2}" dt="2020-10-08T08:58:11.175" v="83" actId="729"/>
        <pc:sldMkLst>
          <pc:docMk/>
          <pc:sldMk cId="1412031043" sldId="264"/>
        </pc:sldMkLst>
      </pc:sldChg>
      <pc:sldChg chg="modSp mod">
        <pc:chgData name="Lee Barnby" userId="39f99d8d-e7e3-4c24-8daa-b8927982594d" providerId="ADAL" clId="{6D38785D-B052-4741-ADF6-9637B72631F2}" dt="2020-10-08T08:59:58.851" v="98" actId="114"/>
        <pc:sldMkLst>
          <pc:docMk/>
          <pc:sldMk cId="410742884" sldId="266"/>
        </pc:sldMkLst>
        <pc:spChg chg="mod">
          <ac:chgData name="Lee Barnby" userId="39f99d8d-e7e3-4c24-8daa-b8927982594d" providerId="ADAL" clId="{6D38785D-B052-4741-ADF6-9637B72631F2}" dt="2020-10-08T08:59:58.851" v="98" actId="114"/>
          <ac:spMkLst>
            <pc:docMk/>
            <pc:sldMk cId="410742884" sldId="266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D38785D-B052-4741-ADF6-9637B72631F2}" dt="2020-10-08T09:32:34.907" v="154" actId="207"/>
        <pc:sldMkLst>
          <pc:docMk/>
          <pc:sldMk cId="1102647286" sldId="268"/>
        </pc:sldMkLst>
        <pc:spChg chg="mod">
          <ac:chgData name="Lee Barnby" userId="39f99d8d-e7e3-4c24-8daa-b8927982594d" providerId="ADAL" clId="{6D38785D-B052-4741-ADF6-9637B72631F2}" dt="2020-10-08T09:32:34.907" v="154" actId="207"/>
          <ac:spMkLst>
            <pc:docMk/>
            <pc:sldMk cId="1102647286" sldId="268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D38785D-B052-4741-ADF6-9637B72631F2}" dt="2020-10-08T09:32:20.160" v="153" actId="15"/>
        <pc:sldMkLst>
          <pc:docMk/>
          <pc:sldMk cId="294669079" sldId="270"/>
        </pc:sldMkLst>
        <pc:spChg chg="mod">
          <ac:chgData name="Lee Barnby" userId="39f99d8d-e7e3-4c24-8daa-b8927982594d" providerId="ADAL" clId="{6D38785D-B052-4741-ADF6-9637B72631F2}" dt="2020-10-08T09:32:20.160" v="153" actId="15"/>
          <ac:spMkLst>
            <pc:docMk/>
            <pc:sldMk cId="294669079" sldId="27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D38785D-B052-4741-ADF6-9637B72631F2}" dt="2020-10-08T09:08:49.407" v="128" actId="114"/>
        <pc:sldMkLst>
          <pc:docMk/>
          <pc:sldMk cId="1219542368" sldId="271"/>
        </pc:sldMkLst>
        <pc:spChg chg="mod">
          <ac:chgData name="Lee Barnby" userId="39f99d8d-e7e3-4c24-8daa-b8927982594d" providerId="ADAL" clId="{6D38785D-B052-4741-ADF6-9637B72631F2}" dt="2020-10-08T09:08:49.407" v="128" actId="114"/>
          <ac:spMkLst>
            <pc:docMk/>
            <pc:sldMk cId="1219542368" sldId="271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6D38785D-B052-4741-ADF6-9637B72631F2}" dt="2020-10-08T09:09:10.762" v="129" actId="20577"/>
        <pc:sldMkLst>
          <pc:docMk/>
          <pc:sldMk cId="1235651539" sldId="272"/>
        </pc:sldMkLst>
        <pc:spChg chg="mod">
          <ac:chgData name="Lee Barnby" userId="39f99d8d-e7e3-4c24-8daa-b8927982594d" providerId="ADAL" clId="{6D38785D-B052-4741-ADF6-9637B72631F2}" dt="2020-10-08T09:09:10.762" v="129" actId="20577"/>
          <ac:spMkLst>
            <pc:docMk/>
            <pc:sldMk cId="1235651539" sldId="272"/>
            <ac:spMk id="3" creationId="{00000000-0000-0000-0000-000000000000}"/>
          </ac:spMkLst>
        </pc:spChg>
      </pc:sldChg>
      <pc:sldChg chg="addSp delSp modSp add mod">
        <pc:chgData name="Lee Barnby" userId="39f99d8d-e7e3-4c24-8daa-b8927982594d" providerId="ADAL" clId="{6D38785D-B052-4741-ADF6-9637B72631F2}" dt="2020-10-08T09:33:29.123" v="169" actId="27636"/>
        <pc:sldMkLst>
          <pc:docMk/>
          <pc:sldMk cId="215110656" sldId="273"/>
        </pc:sldMkLst>
        <pc:spChg chg="mod">
          <ac:chgData name="Lee Barnby" userId="39f99d8d-e7e3-4c24-8daa-b8927982594d" providerId="ADAL" clId="{6D38785D-B052-4741-ADF6-9637B72631F2}" dt="2020-10-08T09:33:29.123" v="169" actId="27636"/>
          <ac:spMkLst>
            <pc:docMk/>
            <pc:sldMk cId="215110656" sldId="273"/>
            <ac:spMk id="3" creationId="{00000000-0000-0000-0000-000000000000}"/>
          </ac:spMkLst>
        </pc:spChg>
        <pc:spChg chg="add del mod">
          <ac:chgData name="Lee Barnby" userId="39f99d8d-e7e3-4c24-8daa-b8927982594d" providerId="ADAL" clId="{6D38785D-B052-4741-ADF6-9637B72631F2}" dt="2020-10-08T09:12:34.292" v="134"/>
          <ac:spMkLst>
            <pc:docMk/>
            <pc:sldMk cId="215110656" sldId="273"/>
            <ac:spMk id="7" creationId="{355A336E-7969-B145-B303-C73BA5E1493A}"/>
          </ac:spMkLst>
        </pc:spChg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3475602578" sldId="274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616263698" sldId="275"/>
        </pc:sldMkLst>
      </pc:sldChg>
      <pc:sldChg chg="modSp add mod">
        <pc:chgData name="Lee Barnby" userId="39f99d8d-e7e3-4c24-8daa-b8927982594d" providerId="ADAL" clId="{6D38785D-B052-4741-ADF6-9637B72631F2}" dt="2020-10-08T09:30:43.148" v="139" actId="207"/>
        <pc:sldMkLst>
          <pc:docMk/>
          <pc:sldMk cId="876036535" sldId="276"/>
        </pc:sldMkLst>
        <pc:spChg chg="mod">
          <ac:chgData name="Lee Barnby" userId="39f99d8d-e7e3-4c24-8daa-b8927982594d" providerId="ADAL" clId="{6D38785D-B052-4741-ADF6-9637B72631F2}" dt="2020-10-08T09:30:43.148" v="139" actId="207"/>
          <ac:spMkLst>
            <pc:docMk/>
            <pc:sldMk cId="876036535" sldId="276"/>
            <ac:spMk id="3" creationId="{00000000-0000-0000-0000-000000000000}"/>
          </ac:spMkLst>
        </pc:spChg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37683538" sldId="277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165900662" sldId="278"/>
        </pc:sldMkLst>
      </pc:sldChg>
      <pc:sldChg chg="add del">
        <pc:chgData name="Lee Barnby" userId="39f99d8d-e7e3-4c24-8daa-b8927982594d" providerId="ADAL" clId="{6D38785D-B052-4741-ADF6-9637B72631F2}" dt="2020-10-08T09:36:54.033" v="177" actId="2696"/>
        <pc:sldMkLst>
          <pc:docMk/>
          <pc:sldMk cId="279237845" sldId="279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2832513465" sldId="280"/>
        </pc:sldMkLst>
      </pc:sldChg>
      <pc:sldChg chg="add del">
        <pc:chgData name="Lee Barnby" userId="39f99d8d-e7e3-4c24-8daa-b8927982594d" providerId="ADAL" clId="{6D38785D-B052-4741-ADF6-9637B72631F2}" dt="2020-10-08T09:36:31.072" v="176" actId="2696"/>
        <pc:sldMkLst>
          <pc:docMk/>
          <pc:sldMk cId="870051411" sldId="281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2000043133" sldId="282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526528358" sldId="283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300280302" sldId="284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564256061" sldId="285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3532700185" sldId="286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285201826" sldId="287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90345324" sldId="288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438079924" sldId="289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3781228311" sldId="290"/>
        </pc:sldMkLst>
      </pc:sldChg>
      <pc:sldChg chg="modSp add mod">
        <pc:chgData name="Lee Barnby" userId="39f99d8d-e7e3-4c24-8daa-b8927982594d" providerId="ADAL" clId="{6D38785D-B052-4741-ADF6-9637B72631F2}" dt="2020-10-08T09:41:04.066" v="182" actId="20577"/>
        <pc:sldMkLst>
          <pc:docMk/>
          <pc:sldMk cId="2961855046" sldId="292"/>
        </pc:sldMkLst>
        <pc:spChg chg="mod">
          <ac:chgData name="Lee Barnby" userId="39f99d8d-e7e3-4c24-8daa-b8927982594d" providerId="ADAL" clId="{6D38785D-B052-4741-ADF6-9637B72631F2}" dt="2020-10-08T09:41:04.066" v="182" actId="20577"/>
          <ac:spMkLst>
            <pc:docMk/>
            <pc:sldMk cId="2961855046" sldId="292"/>
            <ac:spMk id="3" creationId="{F11AD946-AE1F-D34A-AB0E-019AB4370F50}"/>
          </ac:spMkLst>
        </pc:spChg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3621021859" sldId="293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4006031002" sldId="294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2612335859" sldId="295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2983830067" sldId="296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716642597" sldId="297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348176491" sldId="298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3463016114" sldId="299"/>
        </pc:sldMkLst>
      </pc:sldChg>
      <pc:sldChg chg="add">
        <pc:chgData name="Lee Barnby" userId="39f99d8d-e7e3-4c24-8daa-b8927982594d" providerId="ADAL" clId="{6D38785D-B052-4741-ADF6-9637B72631F2}" dt="2020-10-08T08:39:54.887" v="79"/>
        <pc:sldMkLst>
          <pc:docMk/>
          <pc:sldMk cId="684612097" sldId="300"/>
        </pc:sldMkLst>
      </pc:sldChg>
      <pc:sldMasterChg chg="modSp mod">
        <pc:chgData name="Lee Barnby" userId="39f99d8d-e7e3-4c24-8daa-b8927982594d" providerId="ADAL" clId="{6D38785D-B052-4741-ADF6-9637B72631F2}" dt="2020-10-08T09:22:47.379" v="135" actId="207"/>
        <pc:sldMasterMkLst>
          <pc:docMk/>
          <pc:sldMasterMk cId="1811904389" sldId="2147483648"/>
        </pc:sldMasterMkLst>
        <pc:spChg chg="mod">
          <ac:chgData name="Lee Barnby" userId="39f99d8d-e7e3-4c24-8daa-b8927982594d" providerId="ADAL" clId="{6D38785D-B052-4741-ADF6-9637B72631F2}" dt="2020-10-08T09:22:47.379" v="135" actId="207"/>
          <ac:spMkLst>
            <pc:docMk/>
            <pc:sldMasterMk cId="1811904389" sldId="2147483648"/>
            <ac:spMk id="4" creationId="{00000000-0000-0000-0000-000000000000}"/>
          </ac:spMkLst>
        </pc:spChg>
        <pc:spChg chg="mod">
          <ac:chgData name="Lee Barnby" userId="39f99d8d-e7e3-4c24-8daa-b8927982594d" providerId="ADAL" clId="{6D38785D-B052-4741-ADF6-9637B72631F2}" dt="2020-10-08T09:22:47.379" v="135" actId="207"/>
          <ac:spMkLst>
            <pc:docMk/>
            <pc:sldMasterMk cId="1811904389" sldId="2147483648"/>
            <ac:spMk id="5" creationId="{00000000-0000-0000-0000-000000000000}"/>
          </ac:spMkLst>
        </pc:spChg>
        <pc:spChg chg="mod">
          <ac:chgData name="Lee Barnby" userId="39f99d8d-e7e3-4c24-8daa-b8927982594d" providerId="ADAL" clId="{6D38785D-B052-4741-ADF6-9637B72631F2}" dt="2020-10-08T09:22:47.379" v="135" actId="207"/>
          <ac:spMkLst>
            <pc:docMk/>
            <pc:sldMasterMk cId="1811904389" sldId="2147483648"/>
            <ac:spMk id="6" creationId="{00000000-0000-0000-0000-000000000000}"/>
          </ac:spMkLst>
        </pc:spChg>
      </pc:sldMasterChg>
    </pc:docChg>
  </pc:docChgLst>
  <pc:docChgLst>
    <pc:chgData name="Lee Barnby" userId="39f99d8d-e7e3-4c24-8daa-b8927982594d" providerId="ADAL" clId="{D3F8F22F-B086-8D4E-AAD6-A1EECA0B52B7}"/>
    <pc:docChg chg="delSld modSld sldOrd">
      <pc:chgData name="Lee Barnby" userId="39f99d8d-e7e3-4c24-8daa-b8927982594d" providerId="ADAL" clId="{D3F8F22F-B086-8D4E-AAD6-A1EECA0B52B7}" dt="2020-10-09T07:58:14.410" v="29" actId="20578"/>
      <pc:docMkLst>
        <pc:docMk/>
      </pc:docMkLst>
      <pc:sldChg chg="modSp mod">
        <pc:chgData name="Lee Barnby" userId="39f99d8d-e7e3-4c24-8daa-b8927982594d" providerId="ADAL" clId="{D3F8F22F-B086-8D4E-AAD6-A1EECA0B52B7}" dt="2020-10-09T07:56:56.615" v="13" actId="20577"/>
        <pc:sldMkLst>
          <pc:docMk/>
          <pc:sldMk cId="1408652796" sldId="256"/>
        </pc:sldMkLst>
        <pc:spChg chg="mod">
          <ac:chgData name="Lee Barnby" userId="39f99d8d-e7e3-4c24-8daa-b8927982594d" providerId="ADAL" clId="{D3F8F22F-B086-8D4E-AAD6-A1EECA0B52B7}" dt="2020-10-09T07:56:56.615" v="13" actId="20577"/>
          <ac:spMkLst>
            <pc:docMk/>
            <pc:sldMk cId="1408652796" sldId="256"/>
            <ac:spMk id="4" creationId="{00000000-0000-0000-0000-000000000000}"/>
          </ac:spMkLst>
        </pc:spChg>
      </pc:sldChg>
      <pc:sldChg chg="del">
        <pc:chgData name="Lee Barnby" userId="39f99d8d-e7e3-4c24-8daa-b8927982594d" providerId="ADAL" clId="{D3F8F22F-B086-8D4E-AAD6-A1EECA0B52B7}" dt="2020-10-09T07:57:18.467" v="14" actId="2696"/>
        <pc:sldMkLst>
          <pc:docMk/>
          <pc:sldMk cId="1412031043" sldId="264"/>
        </pc:sldMkLst>
      </pc:sldChg>
      <pc:sldChg chg="modSp mod ord">
        <pc:chgData name="Lee Barnby" userId="39f99d8d-e7e3-4c24-8daa-b8927982594d" providerId="ADAL" clId="{D3F8F22F-B086-8D4E-AAD6-A1EECA0B52B7}" dt="2020-10-09T07:58:14.410" v="29" actId="20578"/>
        <pc:sldMkLst>
          <pc:docMk/>
          <pc:sldMk cId="215110656" sldId="273"/>
        </pc:sldMkLst>
        <pc:spChg chg="mod">
          <ac:chgData name="Lee Barnby" userId="39f99d8d-e7e3-4c24-8daa-b8927982594d" providerId="ADAL" clId="{D3F8F22F-B086-8D4E-AAD6-A1EECA0B52B7}" dt="2020-10-09T07:57:55.300" v="28" actId="20577"/>
          <ac:spMkLst>
            <pc:docMk/>
            <pc:sldMk cId="215110656" sldId="273"/>
            <ac:spMk id="2" creationId="{00000000-0000-0000-0000-000000000000}"/>
          </ac:spMkLst>
        </pc:spChg>
      </pc:sldChg>
    </pc:docChg>
  </pc:docChgLst>
  <pc:docChgLst>
    <pc:chgData name="Lee Barnby" userId="39f99d8d-e7e3-4c24-8daa-b8927982594d" providerId="ADAL" clId="{D78470CA-3DFC-E048-9596-E106913E4813}"/>
    <pc:docChg chg="undo custSel addSld modSld sldOrd">
      <pc:chgData name="Lee Barnby" userId="39f99d8d-e7e3-4c24-8daa-b8927982594d" providerId="ADAL" clId="{D78470CA-3DFC-E048-9596-E106913E4813}" dt="2024-09-30T20:56:01.725" v="6929" actId="962"/>
      <pc:docMkLst>
        <pc:docMk/>
      </pc:docMkLst>
      <pc:sldChg chg="modSp mod">
        <pc:chgData name="Lee Barnby" userId="39f99d8d-e7e3-4c24-8daa-b8927982594d" providerId="ADAL" clId="{D78470CA-3DFC-E048-9596-E106913E4813}" dt="2024-09-30T20:48:52.675" v="5325" actId="962"/>
        <pc:sldMkLst>
          <pc:docMk/>
          <pc:sldMk cId="1408652796" sldId="256"/>
        </pc:sldMkLst>
        <pc:picChg chg="mod">
          <ac:chgData name="Lee Barnby" userId="39f99d8d-e7e3-4c24-8daa-b8927982594d" providerId="ADAL" clId="{D78470CA-3DFC-E048-9596-E106913E4813}" dt="2024-09-30T20:48:52.675" v="5325" actId="962"/>
          <ac:picMkLst>
            <pc:docMk/>
            <pc:sldMk cId="1408652796" sldId="256"/>
            <ac:picMk id="5" creationId="{00000000-0000-0000-0000-000000000000}"/>
          </ac:picMkLst>
        </pc:picChg>
      </pc:sldChg>
      <pc:sldChg chg="modSp mod">
        <pc:chgData name="Lee Barnby" userId="39f99d8d-e7e3-4c24-8daa-b8927982594d" providerId="ADAL" clId="{D78470CA-3DFC-E048-9596-E106913E4813}" dt="2024-09-30T10:27:17.333" v="1406" actId="1076"/>
        <pc:sldMkLst>
          <pc:docMk/>
          <pc:sldMk cId="500517159" sldId="257"/>
        </pc:sldMkLst>
        <pc:spChg chg="mod">
          <ac:chgData name="Lee Barnby" userId="39f99d8d-e7e3-4c24-8daa-b8927982594d" providerId="ADAL" clId="{D78470CA-3DFC-E048-9596-E106913E4813}" dt="2024-09-30T10:27:17.333" v="1406" actId="1076"/>
          <ac:spMkLst>
            <pc:docMk/>
            <pc:sldMk cId="500517159" sldId="257"/>
            <ac:spMk id="2" creationId="{00000000-0000-0000-0000-000000000000}"/>
          </ac:spMkLst>
        </pc:spChg>
      </pc:sldChg>
      <pc:sldChg chg="addSp delSp modSp mod">
        <pc:chgData name="Lee Barnby" userId="39f99d8d-e7e3-4c24-8daa-b8927982594d" providerId="ADAL" clId="{D78470CA-3DFC-E048-9596-E106913E4813}" dt="2024-09-30T08:53:18.711" v="265" actId="962"/>
        <pc:sldMkLst>
          <pc:docMk/>
          <pc:sldMk cId="241743689" sldId="260"/>
        </pc:sldMkLst>
        <pc:picChg chg="del">
          <ac:chgData name="Lee Barnby" userId="39f99d8d-e7e3-4c24-8daa-b8927982594d" providerId="ADAL" clId="{D78470CA-3DFC-E048-9596-E106913E4813}" dt="2024-09-30T08:52:07.310" v="0" actId="478"/>
          <ac:picMkLst>
            <pc:docMk/>
            <pc:sldMk cId="241743689" sldId="260"/>
            <ac:picMk id="8" creationId="{1FA99769-4766-E73D-90C7-8D4C4E48C04C}"/>
          </ac:picMkLst>
        </pc:picChg>
        <pc:picChg chg="add del mod">
          <ac:chgData name="Lee Barnby" userId="39f99d8d-e7e3-4c24-8daa-b8927982594d" providerId="ADAL" clId="{D78470CA-3DFC-E048-9596-E106913E4813}" dt="2024-09-30T08:53:18.711" v="265" actId="962"/>
          <ac:picMkLst>
            <pc:docMk/>
            <pc:sldMk cId="241743689" sldId="260"/>
            <ac:picMk id="9" creationId="{FA2F2EB7-E5FB-2617-7A79-39F270F1565A}"/>
          </ac:picMkLst>
        </pc:picChg>
      </pc:sldChg>
      <pc:sldChg chg="modSp mod">
        <pc:chgData name="Lee Barnby" userId="39f99d8d-e7e3-4c24-8daa-b8927982594d" providerId="ADAL" clId="{D78470CA-3DFC-E048-9596-E106913E4813}" dt="2024-09-30T20:50:42.128" v="5731" actId="962"/>
        <pc:sldMkLst>
          <pc:docMk/>
          <pc:sldMk cId="644386806" sldId="261"/>
        </pc:sldMkLst>
        <pc:picChg chg="mod">
          <ac:chgData name="Lee Barnby" userId="39f99d8d-e7e3-4c24-8daa-b8927982594d" providerId="ADAL" clId="{D78470CA-3DFC-E048-9596-E106913E4813}" dt="2024-09-30T20:50:18.999" v="5699" actId="962"/>
          <ac:picMkLst>
            <pc:docMk/>
            <pc:sldMk cId="644386806" sldId="261"/>
            <ac:picMk id="7" creationId="{00000000-0000-0000-0000-000000000000}"/>
          </ac:picMkLst>
        </pc:picChg>
        <pc:picChg chg="mod">
          <ac:chgData name="Lee Barnby" userId="39f99d8d-e7e3-4c24-8daa-b8927982594d" providerId="ADAL" clId="{D78470CA-3DFC-E048-9596-E106913E4813}" dt="2024-09-30T20:50:42.128" v="5731" actId="962"/>
          <ac:picMkLst>
            <pc:docMk/>
            <pc:sldMk cId="644386806" sldId="261"/>
            <ac:picMk id="8" creationId="{00000000-0000-0000-0000-000000000000}"/>
          </ac:picMkLst>
        </pc:picChg>
      </pc:sldChg>
      <pc:sldChg chg="modSp mod">
        <pc:chgData name="Lee Barnby" userId="39f99d8d-e7e3-4c24-8daa-b8927982594d" providerId="ADAL" clId="{D78470CA-3DFC-E048-9596-E106913E4813}" dt="2024-09-30T08:57:44.445" v="898" actId="962"/>
        <pc:sldMkLst>
          <pc:docMk/>
          <pc:sldMk cId="107938331" sldId="262"/>
        </pc:sldMkLst>
        <pc:spChg chg="mod">
          <ac:chgData name="Lee Barnby" userId="39f99d8d-e7e3-4c24-8daa-b8927982594d" providerId="ADAL" clId="{D78470CA-3DFC-E048-9596-E106913E4813}" dt="2024-09-30T08:54:24.371" v="266" actId="20577"/>
          <ac:spMkLst>
            <pc:docMk/>
            <pc:sldMk cId="107938331" sldId="262"/>
            <ac:spMk id="11" creationId="{04548512-24A7-5741-B2D8-5B257C460D9B}"/>
          </ac:spMkLst>
        </pc:spChg>
        <pc:picChg chg="mod">
          <ac:chgData name="Lee Barnby" userId="39f99d8d-e7e3-4c24-8daa-b8927982594d" providerId="ADAL" clId="{D78470CA-3DFC-E048-9596-E106913E4813}" dt="2024-09-30T08:57:00.842" v="828" actId="962"/>
          <ac:picMkLst>
            <pc:docMk/>
            <pc:sldMk cId="107938331" sldId="262"/>
            <ac:picMk id="7" creationId="{00000000-0000-0000-0000-000000000000}"/>
          </ac:picMkLst>
        </pc:picChg>
        <pc:picChg chg="mod">
          <ac:chgData name="Lee Barnby" userId="39f99d8d-e7e3-4c24-8daa-b8927982594d" providerId="ADAL" clId="{D78470CA-3DFC-E048-9596-E106913E4813}" dt="2024-09-30T08:57:44.445" v="898" actId="962"/>
          <ac:picMkLst>
            <pc:docMk/>
            <pc:sldMk cId="107938331" sldId="262"/>
            <ac:picMk id="8" creationId="{00000000-0000-0000-0000-000000000000}"/>
          </ac:picMkLst>
        </pc:picChg>
      </pc:sldChg>
      <pc:sldChg chg="modSp mod ord">
        <pc:chgData name="Lee Barnby" userId="39f99d8d-e7e3-4c24-8daa-b8927982594d" providerId="ADAL" clId="{D78470CA-3DFC-E048-9596-E106913E4813}" dt="2024-09-30T10:22:23.062" v="970" actId="20578"/>
        <pc:sldMkLst>
          <pc:docMk/>
          <pc:sldMk cId="2080491367" sldId="265"/>
        </pc:sldMkLst>
        <pc:spChg chg="mod">
          <ac:chgData name="Lee Barnby" userId="39f99d8d-e7e3-4c24-8daa-b8927982594d" providerId="ADAL" clId="{D78470CA-3DFC-E048-9596-E106913E4813}" dt="2024-09-30T10:09:05.639" v="904" actId="20577"/>
          <ac:spMkLst>
            <pc:docMk/>
            <pc:sldMk cId="2080491367" sldId="265"/>
            <ac:spMk id="3" creationId="{00000000-0000-0000-0000-000000000000}"/>
          </ac:spMkLst>
        </pc:spChg>
      </pc:sldChg>
      <pc:sldChg chg="ord">
        <pc:chgData name="Lee Barnby" userId="39f99d8d-e7e3-4c24-8daa-b8927982594d" providerId="ADAL" clId="{D78470CA-3DFC-E048-9596-E106913E4813}" dt="2024-09-30T10:22:23.062" v="970" actId="20578"/>
        <pc:sldMkLst>
          <pc:docMk/>
          <pc:sldMk cId="410742884" sldId="266"/>
        </pc:sldMkLst>
      </pc:sldChg>
      <pc:sldChg chg="modSp mod">
        <pc:chgData name="Lee Barnby" userId="39f99d8d-e7e3-4c24-8daa-b8927982594d" providerId="ADAL" clId="{D78470CA-3DFC-E048-9596-E106913E4813}" dt="2024-09-30T10:14:59.197" v="906" actId="207"/>
        <pc:sldMkLst>
          <pc:docMk/>
          <pc:sldMk cId="294669079" sldId="270"/>
        </pc:sldMkLst>
        <pc:spChg chg="mod">
          <ac:chgData name="Lee Barnby" userId="39f99d8d-e7e3-4c24-8daa-b8927982594d" providerId="ADAL" clId="{D78470CA-3DFC-E048-9596-E106913E4813}" dt="2024-09-30T10:14:59.197" v="906" actId="207"/>
          <ac:spMkLst>
            <pc:docMk/>
            <pc:sldMk cId="294669079" sldId="27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D78470CA-3DFC-E048-9596-E106913E4813}" dt="2024-09-30T10:29:03.554" v="1407" actId="313"/>
        <pc:sldMkLst>
          <pc:docMk/>
          <pc:sldMk cId="1235651539" sldId="272"/>
        </pc:sldMkLst>
        <pc:spChg chg="mod">
          <ac:chgData name="Lee Barnby" userId="39f99d8d-e7e3-4c24-8daa-b8927982594d" providerId="ADAL" clId="{D78470CA-3DFC-E048-9596-E106913E4813}" dt="2024-09-30T10:29:03.554" v="1407" actId="313"/>
          <ac:spMkLst>
            <pc:docMk/>
            <pc:sldMk cId="1235651539" sldId="272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D78470CA-3DFC-E048-9596-E106913E4813}" dt="2024-09-30T10:29:45.340" v="1411" actId="114"/>
        <pc:sldMkLst>
          <pc:docMk/>
          <pc:sldMk cId="215110656" sldId="273"/>
        </pc:sldMkLst>
        <pc:spChg chg="mod">
          <ac:chgData name="Lee Barnby" userId="39f99d8d-e7e3-4c24-8daa-b8927982594d" providerId="ADAL" clId="{D78470CA-3DFC-E048-9596-E106913E4813}" dt="2024-09-30T10:29:45.340" v="1411" actId="114"/>
          <ac:spMkLst>
            <pc:docMk/>
            <pc:sldMk cId="215110656" sldId="273"/>
            <ac:spMk id="3" creationId="{00000000-0000-0000-0000-000000000000}"/>
          </ac:spMkLst>
        </pc:spChg>
      </pc:sldChg>
      <pc:sldChg chg="modSp mod ord modShow">
        <pc:chgData name="Lee Barnby" userId="39f99d8d-e7e3-4c24-8daa-b8927982594d" providerId="ADAL" clId="{D78470CA-3DFC-E048-9596-E106913E4813}" dt="2024-09-30T10:26:04.703" v="1405"/>
        <pc:sldMkLst>
          <pc:docMk/>
          <pc:sldMk cId="3475602578" sldId="274"/>
        </pc:sldMkLst>
        <pc:spChg chg="mod">
          <ac:chgData name="Lee Barnby" userId="39f99d8d-e7e3-4c24-8daa-b8927982594d" providerId="ADAL" clId="{D78470CA-3DFC-E048-9596-E106913E4813}" dt="2024-09-30T10:26:04.703" v="1405"/>
          <ac:spMkLst>
            <pc:docMk/>
            <pc:sldMk cId="3475602578" sldId="274"/>
            <ac:spMk id="3" creationId="{00000000-0000-0000-0000-000000000000}"/>
          </ac:spMkLst>
        </pc:spChg>
        <pc:picChg chg="mod">
          <ac:chgData name="Lee Barnby" userId="39f99d8d-e7e3-4c24-8daa-b8927982594d" providerId="ADAL" clId="{D78470CA-3DFC-E048-9596-E106913E4813}" dt="2024-09-30T10:25:26.163" v="1391" actId="962"/>
          <ac:picMkLst>
            <pc:docMk/>
            <pc:sldMk cId="3475602578" sldId="274"/>
            <ac:picMk id="7" creationId="{00000000-0000-0000-0000-000000000000}"/>
          </ac:picMkLst>
        </pc:picChg>
        <pc:picChg chg="mod">
          <ac:chgData name="Lee Barnby" userId="39f99d8d-e7e3-4c24-8daa-b8927982594d" providerId="ADAL" clId="{D78470CA-3DFC-E048-9596-E106913E4813}" dt="2024-09-30T10:25:48.009" v="1401" actId="962"/>
          <ac:picMkLst>
            <pc:docMk/>
            <pc:sldMk cId="3475602578" sldId="274"/>
            <ac:picMk id="8" creationId="{00000000-0000-0000-0000-000000000000}"/>
          </ac:picMkLst>
        </pc:picChg>
      </pc:sldChg>
      <pc:sldChg chg="modSp mod ord modShow">
        <pc:chgData name="Lee Barnby" userId="39f99d8d-e7e3-4c24-8daa-b8927982594d" providerId="ADAL" clId="{D78470CA-3DFC-E048-9596-E106913E4813}" dt="2024-09-30T11:31:01.704" v="5318" actId="962"/>
        <pc:sldMkLst>
          <pc:docMk/>
          <pc:sldMk cId="616263698" sldId="275"/>
        </pc:sldMkLst>
        <pc:picChg chg="mod">
          <ac:chgData name="Lee Barnby" userId="39f99d8d-e7e3-4c24-8daa-b8927982594d" providerId="ADAL" clId="{D78470CA-3DFC-E048-9596-E106913E4813}" dt="2024-09-30T11:31:01.704" v="5318" actId="962"/>
          <ac:picMkLst>
            <pc:docMk/>
            <pc:sldMk cId="616263698" sldId="275"/>
            <ac:picMk id="7" creationId="{00000000-0000-0000-0000-000000000000}"/>
          </ac:picMkLst>
        </pc:picChg>
      </pc:sldChg>
      <pc:sldChg chg="modSp mod ord modShow">
        <pc:chgData name="Lee Barnby" userId="39f99d8d-e7e3-4c24-8daa-b8927982594d" providerId="ADAL" clId="{D78470CA-3DFC-E048-9596-E106913E4813}" dt="2024-09-30T11:31:15.197" v="5319" actId="962"/>
        <pc:sldMkLst>
          <pc:docMk/>
          <pc:sldMk cId="876036535" sldId="276"/>
        </pc:sldMkLst>
        <pc:picChg chg="mod">
          <ac:chgData name="Lee Barnby" userId="39f99d8d-e7e3-4c24-8daa-b8927982594d" providerId="ADAL" clId="{D78470CA-3DFC-E048-9596-E106913E4813}" dt="2024-09-30T11:31:15.197" v="5319" actId="962"/>
          <ac:picMkLst>
            <pc:docMk/>
            <pc:sldMk cId="876036535" sldId="276"/>
            <ac:picMk id="7" creationId="{00000000-0000-0000-0000-000000000000}"/>
          </ac:picMkLst>
        </pc:picChg>
      </pc:sldChg>
      <pc:sldChg chg="modSp mod">
        <pc:chgData name="Lee Barnby" userId="39f99d8d-e7e3-4c24-8daa-b8927982594d" providerId="ADAL" clId="{D78470CA-3DFC-E048-9596-E106913E4813}" dt="2024-09-30T20:56:01.725" v="6929" actId="962"/>
        <pc:sldMkLst>
          <pc:docMk/>
          <pc:sldMk cId="300280302" sldId="284"/>
        </pc:sldMkLst>
        <pc:picChg chg="mod">
          <ac:chgData name="Lee Barnby" userId="39f99d8d-e7e3-4c24-8daa-b8927982594d" providerId="ADAL" clId="{D78470CA-3DFC-E048-9596-E106913E4813}" dt="2024-09-30T20:56:01.725" v="6929" actId="962"/>
          <ac:picMkLst>
            <pc:docMk/>
            <pc:sldMk cId="300280302" sldId="284"/>
            <ac:picMk id="8" creationId="{00000000-0000-0000-0000-000000000000}"/>
          </ac:picMkLst>
        </pc:picChg>
        <pc:picChg chg="mod">
          <ac:chgData name="Lee Barnby" userId="39f99d8d-e7e3-4c24-8daa-b8927982594d" providerId="ADAL" clId="{D78470CA-3DFC-E048-9596-E106913E4813}" dt="2024-09-30T20:54:26.457" v="6465" actId="962"/>
          <ac:picMkLst>
            <pc:docMk/>
            <pc:sldMk cId="300280302" sldId="284"/>
            <ac:picMk id="9" creationId="{00000000-0000-0000-0000-000000000000}"/>
          </ac:picMkLst>
        </pc:picChg>
        <pc:picChg chg="mod">
          <ac:chgData name="Lee Barnby" userId="39f99d8d-e7e3-4c24-8daa-b8927982594d" providerId="ADAL" clId="{D78470CA-3DFC-E048-9596-E106913E4813}" dt="2024-09-30T20:52:46.788" v="6007" actId="962"/>
          <ac:picMkLst>
            <pc:docMk/>
            <pc:sldMk cId="300280302" sldId="284"/>
            <ac:picMk id="10" creationId="{00000000-0000-0000-0000-000000000000}"/>
          </ac:picMkLst>
        </pc:picChg>
      </pc:sldChg>
      <pc:sldChg chg="modSp mod">
        <pc:chgData name="Lee Barnby" userId="39f99d8d-e7e3-4c24-8daa-b8927982594d" providerId="ADAL" clId="{D78470CA-3DFC-E048-9596-E106913E4813}" dt="2024-09-30T10:18:25.274" v="965" actId="114"/>
        <pc:sldMkLst>
          <pc:docMk/>
          <pc:sldMk cId="285201826" sldId="287"/>
        </pc:sldMkLst>
        <pc:spChg chg="mod">
          <ac:chgData name="Lee Barnby" userId="39f99d8d-e7e3-4c24-8daa-b8927982594d" providerId="ADAL" clId="{D78470CA-3DFC-E048-9596-E106913E4813}" dt="2024-09-30T10:18:25.274" v="965" actId="114"/>
          <ac:spMkLst>
            <pc:docMk/>
            <pc:sldMk cId="285201826" sldId="287"/>
            <ac:spMk id="3" creationId="{EC3A03AA-E0CA-C54F-BC9F-6AC0F1133EEC}"/>
          </ac:spMkLst>
        </pc:spChg>
      </pc:sldChg>
      <pc:sldChg chg="modSp mod">
        <pc:chgData name="Lee Barnby" userId="39f99d8d-e7e3-4c24-8daa-b8927982594d" providerId="ADAL" clId="{D78470CA-3DFC-E048-9596-E106913E4813}" dt="2024-09-30T10:19:26.930" v="966" actId="113"/>
        <pc:sldMkLst>
          <pc:docMk/>
          <pc:sldMk cId="438079924" sldId="289"/>
        </pc:sldMkLst>
        <pc:spChg chg="mod">
          <ac:chgData name="Lee Barnby" userId="39f99d8d-e7e3-4c24-8daa-b8927982594d" providerId="ADAL" clId="{D78470CA-3DFC-E048-9596-E106913E4813}" dt="2024-09-30T10:19:26.930" v="966" actId="113"/>
          <ac:spMkLst>
            <pc:docMk/>
            <pc:sldMk cId="438079924" sldId="289"/>
            <ac:spMk id="3" creationId="{95CD5700-F572-EB49-90D8-827622DE044B}"/>
          </ac:spMkLst>
        </pc:spChg>
      </pc:sldChg>
      <pc:sldChg chg="modSp">
        <pc:chgData name="Lee Barnby" userId="39f99d8d-e7e3-4c24-8daa-b8927982594d" providerId="ADAL" clId="{D78470CA-3DFC-E048-9596-E106913E4813}" dt="2024-09-30T10:47:46.951" v="1867" actId="962"/>
        <pc:sldMkLst>
          <pc:docMk/>
          <pc:sldMk cId="3781228311" sldId="290"/>
        </pc:sldMkLst>
        <pc:picChg chg="mod">
          <ac:chgData name="Lee Barnby" userId="39f99d8d-e7e3-4c24-8daa-b8927982594d" providerId="ADAL" clId="{D78470CA-3DFC-E048-9596-E106913E4813}" dt="2024-09-30T10:47:46.951" v="1867" actId="962"/>
          <ac:picMkLst>
            <pc:docMk/>
            <pc:sldMk cId="3781228311" sldId="290"/>
            <ac:picMk id="1025" creationId="{D07E1449-3F17-FD4C-A743-FE664B67E6FF}"/>
          </ac:picMkLst>
        </pc:picChg>
      </pc:sldChg>
      <pc:sldChg chg="modSp mod">
        <pc:chgData name="Lee Barnby" userId="39f99d8d-e7e3-4c24-8daa-b8927982594d" providerId="ADAL" clId="{D78470CA-3DFC-E048-9596-E106913E4813}" dt="2024-09-30T10:30:39.404" v="1413" actId="114"/>
        <pc:sldMkLst>
          <pc:docMk/>
          <pc:sldMk cId="2961855046" sldId="292"/>
        </pc:sldMkLst>
        <pc:spChg chg="mod">
          <ac:chgData name="Lee Barnby" userId="39f99d8d-e7e3-4c24-8daa-b8927982594d" providerId="ADAL" clId="{D78470CA-3DFC-E048-9596-E106913E4813}" dt="2024-09-30T10:30:39.404" v="1413" actId="114"/>
          <ac:spMkLst>
            <pc:docMk/>
            <pc:sldMk cId="2961855046" sldId="292"/>
            <ac:spMk id="3" creationId="{F11AD946-AE1F-D34A-AB0E-019AB4370F50}"/>
          </ac:spMkLst>
        </pc:spChg>
      </pc:sldChg>
      <pc:sldChg chg="modSp mod">
        <pc:chgData name="Lee Barnby" userId="39f99d8d-e7e3-4c24-8daa-b8927982594d" providerId="ADAL" clId="{D78470CA-3DFC-E048-9596-E106913E4813}" dt="2024-09-30T10:20:01.586" v="967" actId="33524"/>
        <pc:sldMkLst>
          <pc:docMk/>
          <pc:sldMk cId="3621021859" sldId="293"/>
        </pc:sldMkLst>
        <pc:spChg chg="mod">
          <ac:chgData name="Lee Barnby" userId="39f99d8d-e7e3-4c24-8daa-b8927982594d" providerId="ADAL" clId="{D78470CA-3DFC-E048-9596-E106913E4813}" dt="2024-09-30T10:20:01.586" v="967" actId="33524"/>
          <ac:spMkLst>
            <pc:docMk/>
            <pc:sldMk cId="3621021859" sldId="293"/>
            <ac:spMk id="3" creationId="{3648DF67-84B9-CF4F-9E45-23D50488711A}"/>
          </ac:spMkLst>
        </pc:spChg>
      </pc:sldChg>
      <pc:sldChg chg="addSp delSp modSp mod chgLayout">
        <pc:chgData name="Lee Barnby" userId="39f99d8d-e7e3-4c24-8daa-b8927982594d" providerId="ADAL" clId="{D78470CA-3DFC-E048-9596-E106913E4813}" dt="2024-09-30T14:52:53.035" v="5324" actId="20577"/>
        <pc:sldMkLst>
          <pc:docMk/>
          <pc:sldMk cId="2612335859" sldId="295"/>
        </pc:sldMkLst>
        <pc:spChg chg="mod ord">
          <ac:chgData name="Lee Barnby" userId="39f99d8d-e7e3-4c24-8daa-b8927982594d" providerId="ADAL" clId="{D78470CA-3DFC-E048-9596-E106913E4813}" dt="2024-09-30T10:48:37.670" v="1872" actId="700"/>
          <ac:spMkLst>
            <pc:docMk/>
            <pc:sldMk cId="2612335859" sldId="295"/>
            <ac:spMk id="2" creationId="{83F40244-4388-AA46-8F7A-35F524BAF555}"/>
          </ac:spMkLst>
        </pc:spChg>
        <pc:spChg chg="mod ord">
          <ac:chgData name="Lee Barnby" userId="39f99d8d-e7e3-4c24-8daa-b8927982594d" providerId="ADAL" clId="{D78470CA-3DFC-E048-9596-E106913E4813}" dt="2024-09-30T10:48:37.670" v="1872" actId="700"/>
          <ac:spMkLst>
            <pc:docMk/>
            <pc:sldMk cId="2612335859" sldId="295"/>
            <ac:spMk id="4" creationId="{DDC691DB-920F-E944-9692-1283B4368970}"/>
          </ac:spMkLst>
        </pc:spChg>
        <pc:spChg chg="mod ord">
          <ac:chgData name="Lee Barnby" userId="39f99d8d-e7e3-4c24-8daa-b8927982594d" providerId="ADAL" clId="{D78470CA-3DFC-E048-9596-E106913E4813}" dt="2024-09-30T10:48:37.670" v="1872" actId="700"/>
          <ac:spMkLst>
            <pc:docMk/>
            <pc:sldMk cId="2612335859" sldId="295"/>
            <ac:spMk id="5" creationId="{8F763A74-8FBE-E14C-96DC-0A6A49A40C56}"/>
          </ac:spMkLst>
        </pc:spChg>
        <pc:spChg chg="mod ord">
          <ac:chgData name="Lee Barnby" userId="39f99d8d-e7e3-4c24-8daa-b8927982594d" providerId="ADAL" clId="{D78470CA-3DFC-E048-9596-E106913E4813}" dt="2024-09-30T10:48:37.670" v="1872" actId="700"/>
          <ac:spMkLst>
            <pc:docMk/>
            <pc:sldMk cId="2612335859" sldId="295"/>
            <ac:spMk id="6" creationId="{153F6101-D7A3-084F-90EA-45D2CA6C2962}"/>
          </ac:spMkLst>
        </pc:spChg>
        <pc:spChg chg="add del">
          <ac:chgData name="Lee Barnby" userId="39f99d8d-e7e3-4c24-8daa-b8927982594d" providerId="ADAL" clId="{D78470CA-3DFC-E048-9596-E106913E4813}" dt="2024-09-30T10:49:33.739" v="1874" actId="22"/>
          <ac:spMkLst>
            <pc:docMk/>
            <pc:sldMk cId="2612335859" sldId="295"/>
            <ac:spMk id="7" creationId="{6A594806-C5DD-3CD7-1366-CF47267B0219}"/>
          </ac:spMkLst>
        </pc:spChg>
        <pc:spChg chg="add del mod">
          <ac:chgData name="Lee Barnby" userId="39f99d8d-e7e3-4c24-8daa-b8927982594d" providerId="ADAL" clId="{D78470CA-3DFC-E048-9596-E106913E4813}" dt="2024-09-30T11:01:42.925" v="2332" actId="478"/>
          <ac:spMkLst>
            <pc:docMk/>
            <pc:sldMk cId="2612335859" sldId="295"/>
            <ac:spMk id="7" creationId="{C635613A-46C7-6D6F-BEFD-18463928CAB2}"/>
          </ac:spMkLst>
        </pc:spChg>
        <pc:spChg chg="add mod">
          <ac:chgData name="Lee Barnby" userId="39f99d8d-e7e3-4c24-8daa-b8927982594d" providerId="ADAL" clId="{D78470CA-3DFC-E048-9596-E106913E4813}" dt="2024-09-30T14:52:53.035" v="5324" actId="20577"/>
          <ac:spMkLst>
            <pc:docMk/>
            <pc:sldMk cId="2612335859" sldId="295"/>
            <ac:spMk id="8" creationId="{13050CE1-3EC3-93F7-EDE0-2C72CBAF7113}"/>
          </ac:spMkLst>
        </pc:spChg>
        <pc:picChg chg="del mod ord">
          <ac:chgData name="Lee Barnby" userId="39f99d8d-e7e3-4c24-8daa-b8927982594d" providerId="ADAL" clId="{D78470CA-3DFC-E048-9596-E106913E4813}" dt="2024-09-30T11:01:35.262" v="2330" actId="478"/>
          <ac:picMkLst>
            <pc:docMk/>
            <pc:sldMk cId="2612335859" sldId="295"/>
            <ac:picMk id="10" creationId="{55832DD3-D600-2740-899F-B5F33AB25461}"/>
          </ac:picMkLst>
        </pc:picChg>
      </pc:sldChg>
      <pc:sldChg chg="modSp mod">
        <pc:chgData name="Lee Barnby" userId="39f99d8d-e7e3-4c24-8daa-b8927982594d" providerId="ADAL" clId="{D78470CA-3DFC-E048-9596-E106913E4813}" dt="2024-09-30T11:02:27.431" v="2338" actId="1076"/>
        <pc:sldMkLst>
          <pc:docMk/>
          <pc:sldMk cId="716642597" sldId="297"/>
        </pc:sldMkLst>
        <pc:spChg chg="mod">
          <ac:chgData name="Lee Barnby" userId="39f99d8d-e7e3-4c24-8daa-b8927982594d" providerId="ADAL" clId="{D78470CA-3DFC-E048-9596-E106913E4813}" dt="2024-09-30T11:02:27.431" v="2338" actId="1076"/>
          <ac:spMkLst>
            <pc:docMk/>
            <pc:sldMk cId="716642597" sldId="297"/>
            <ac:spMk id="3" creationId="{E50415A1-EA21-C04E-9BDD-2ABF0ACCC9A1}"/>
          </ac:spMkLst>
        </pc:spChg>
      </pc:sldChg>
      <pc:sldChg chg="modSp mod">
        <pc:chgData name="Lee Barnby" userId="39f99d8d-e7e3-4c24-8daa-b8927982594d" providerId="ADAL" clId="{D78470CA-3DFC-E048-9596-E106913E4813}" dt="2024-09-30T11:07:19.835" v="3393" actId="962"/>
        <pc:sldMkLst>
          <pc:docMk/>
          <pc:sldMk cId="348176491" sldId="298"/>
        </pc:sldMkLst>
        <pc:spChg chg="mod">
          <ac:chgData name="Lee Barnby" userId="39f99d8d-e7e3-4c24-8daa-b8927982594d" providerId="ADAL" clId="{D78470CA-3DFC-E048-9596-E106913E4813}" dt="2024-09-30T11:04:43.026" v="2401" actId="114"/>
          <ac:spMkLst>
            <pc:docMk/>
            <pc:sldMk cId="348176491" sldId="298"/>
            <ac:spMk id="2" creationId="{106A8E76-A8A5-9646-B933-0D63ECDB8FBB}"/>
          </ac:spMkLst>
        </pc:spChg>
        <pc:picChg chg="mod">
          <ac:chgData name="Lee Barnby" userId="39f99d8d-e7e3-4c24-8daa-b8927982594d" providerId="ADAL" clId="{D78470CA-3DFC-E048-9596-E106913E4813}" dt="2024-09-30T11:07:19.835" v="3393" actId="962"/>
          <ac:picMkLst>
            <pc:docMk/>
            <pc:sldMk cId="348176491" sldId="298"/>
            <ac:picMk id="8" creationId="{42463571-8FDC-F247-9AE4-1E94DC894960}"/>
          </ac:picMkLst>
        </pc:picChg>
      </pc:sldChg>
      <pc:sldChg chg="modSp mod">
        <pc:chgData name="Lee Barnby" userId="39f99d8d-e7e3-4c24-8daa-b8927982594d" providerId="ADAL" clId="{D78470CA-3DFC-E048-9596-E106913E4813}" dt="2024-09-30T11:21:40.822" v="3853" actId="962"/>
        <pc:sldMkLst>
          <pc:docMk/>
          <pc:sldMk cId="3463016114" sldId="299"/>
        </pc:sldMkLst>
        <pc:picChg chg="mod">
          <ac:chgData name="Lee Barnby" userId="39f99d8d-e7e3-4c24-8daa-b8927982594d" providerId="ADAL" clId="{D78470CA-3DFC-E048-9596-E106913E4813}" dt="2024-09-30T11:21:40.822" v="3853" actId="962"/>
          <ac:picMkLst>
            <pc:docMk/>
            <pc:sldMk cId="3463016114" sldId="299"/>
            <ac:picMk id="8" creationId="{91826554-0CAB-6548-8609-1F146AF408A7}"/>
          </ac:picMkLst>
        </pc:picChg>
      </pc:sldChg>
      <pc:sldChg chg="modSp mod">
        <pc:chgData name="Lee Barnby" userId="39f99d8d-e7e3-4c24-8daa-b8927982594d" providerId="ADAL" clId="{D78470CA-3DFC-E048-9596-E106913E4813}" dt="2024-09-30T14:51:51.379" v="5321" actId="20577"/>
        <pc:sldMkLst>
          <pc:docMk/>
          <pc:sldMk cId="684612097" sldId="300"/>
        </pc:sldMkLst>
        <pc:spChg chg="mod">
          <ac:chgData name="Lee Barnby" userId="39f99d8d-e7e3-4c24-8daa-b8927982594d" providerId="ADAL" clId="{D78470CA-3DFC-E048-9596-E106913E4813}" dt="2024-09-30T14:51:51.379" v="5321" actId="20577"/>
          <ac:spMkLst>
            <pc:docMk/>
            <pc:sldMk cId="684612097" sldId="300"/>
            <ac:spMk id="3" creationId="{544D0419-6D48-FE49-A486-4080DB16FE6A}"/>
          </ac:spMkLst>
        </pc:spChg>
        <pc:picChg chg="mod">
          <ac:chgData name="Lee Barnby" userId="39f99d8d-e7e3-4c24-8daa-b8927982594d" providerId="ADAL" clId="{D78470CA-3DFC-E048-9596-E106913E4813}" dt="2024-09-30T11:25:02.162" v="4420" actId="962"/>
          <ac:picMkLst>
            <pc:docMk/>
            <pc:sldMk cId="684612097" sldId="300"/>
            <ac:picMk id="2050" creationId="{D0909E5E-CF4D-A44D-9EB5-41E13D2236AD}"/>
          </ac:picMkLst>
        </pc:picChg>
      </pc:sldChg>
      <pc:sldChg chg="modSp new mod ord">
        <pc:chgData name="Lee Barnby" userId="39f99d8d-e7e3-4c24-8daa-b8927982594d" providerId="ADAL" clId="{D78470CA-3DFC-E048-9596-E106913E4813}" dt="2024-09-30T10:21:21.925" v="969" actId="20578"/>
        <pc:sldMkLst>
          <pc:docMk/>
          <pc:sldMk cId="3731635858" sldId="301"/>
        </pc:sldMkLst>
        <pc:spChg chg="mod">
          <ac:chgData name="Lee Barnby" userId="39f99d8d-e7e3-4c24-8daa-b8927982594d" providerId="ADAL" clId="{D78470CA-3DFC-E048-9596-E106913E4813}" dt="2024-09-30T10:16:47.295" v="932" actId="20577"/>
          <ac:spMkLst>
            <pc:docMk/>
            <pc:sldMk cId="3731635858" sldId="301"/>
            <ac:spMk id="2" creationId="{A3DB5021-69B9-2FF5-72B7-B3DE58125CF2}"/>
          </ac:spMkLst>
        </pc:spChg>
        <pc:spChg chg="mod">
          <ac:chgData name="Lee Barnby" userId="39f99d8d-e7e3-4c24-8daa-b8927982594d" providerId="ADAL" clId="{D78470CA-3DFC-E048-9596-E106913E4813}" dt="2024-09-30T10:17:03.985" v="963" actId="207"/>
          <ac:spMkLst>
            <pc:docMk/>
            <pc:sldMk cId="3731635858" sldId="301"/>
            <ac:spMk id="3" creationId="{8EAD1AB8-EF8E-9A61-595B-2B049590C2C6}"/>
          </ac:spMkLst>
        </pc:spChg>
      </pc:sldChg>
      <pc:sldChg chg="modSp new mod">
        <pc:chgData name="Lee Barnby" userId="39f99d8d-e7e3-4c24-8daa-b8927982594d" providerId="ADAL" clId="{D78470CA-3DFC-E048-9596-E106913E4813}" dt="2024-09-30T11:28:47.281" v="4658" actId="207"/>
        <pc:sldMkLst>
          <pc:docMk/>
          <pc:sldMk cId="2835997454" sldId="302"/>
        </pc:sldMkLst>
        <pc:spChg chg="mod">
          <ac:chgData name="Lee Barnby" userId="39f99d8d-e7e3-4c24-8daa-b8927982594d" providerId="ADAL" clId="{D78470CA-3DFC-E048-9596-E106913E4813}" dt="2024-09-30T11:25:50.284" v="4431" actId="207"/>
          <ac:spMkLst>
            <pc:docMk/>
            <pc:sldMk cId="2835997454" sldId="302"/>
            <ac:spMk id="2" creationId="{306B241D-33B9-EAEB-5134-C99A7750FFFE}"/>
          </ac:spMkLst>
        </pc:spChg>
        <pc:spChg chg="mod">
          <ac:chgData name="Lee Barnby" userId="39f99d8d-e7e3-4c24-8daa-b8927982594d" providerId="ADAL" clId="{D78470CA-3DFC-E048-9596-E106913E4813}" dt="2024-09-30T11:28:47.281" v="4658" actId="207"/>
          <ac:spMkLst>
            <pc:docMk/>
            <pc:sldMk cId="2835997454" sldId="302"/>
            <ac:spMk id="3" creationId="{E9CA1D33-7D10-63C8-C349-CB10662BA624}"/>
          </ac:spMkLst>
        </pc:spChg>
      </pc:sldChg>
    </pc:docChg>
  </pc:docChgLst>
  <pc:docChgLst>
    <pc:chgData name="Lee Barnby" userId="39f99d8d-e7e3-4c24-8daa-b8927982594d" providerId="ADAL" clId="{48F1E40D-B8F6-764C-B42D-3C5597BEBE3F}"/>
    <pc:docChg chg="delSld modSld">
      <pc:chgData name="Lee Barnby" userId="39f99d8d-e7e3-4c24-8daa-b8927982594d" providerId="ADAL" clId="{48F1E40D-B8F6-764C-B42D-3C5597BEBE3F}" dt="2021-10-04T07:33:00.608" v="7" actId="114"/>
      <pc:docMkLst>
        <pc:docMk/>
      </pc:docMkLst>
      <pc:sldChg chg="modSp mod">
        <pc:chgData name="Lee Barnby" userId="39f99d8d-e7e3-4c24-8daa-b8927982594d" providerId="ADAL" clId="{48F1E40D-B8F6-764C-B42D-3C5597BEBE3F}" dt="2021-10-04T07:27:38.037" v="0" actId="20577"/>
        <pc:sldMkLst>
          <pc:docMk/>
          <pc:sldMk cId="1219542368" sldId="271"/>
        </pc:sldMkLst>
        <pc:spChg chg="mod">
          <ac:chgData name="Lee Barnby" userId="39f99d8d-e7e3-4c24-8daa-b8927982594d" providerId="ADAL" clId="{48F1E40D-B8F6-764C-B42D-3C5597BEBE3F}" dt="2021-10-04T07:27:38.037" v="0" actId="20577"/>
          <ac:spMkLst>
            <pc:docMk/>
            <pc:sldMk cId="1219542368" sldId="271"/>
            <ac:spMk id="3" creationId="{00000000-0000-0000-0000-000000000000}"/>
          </ac:spMkLst>
        </pc:spChg>
      </pc:sldChg>
      <pc:sldChg chg="del">
        <pc:chgData name="Lee Barnby" userId="39f99d8d-e7e3-4c24-8daa-b8927982594d" providerId="ADAL" clId="{48F1E40D-B8F6-764C-B42D-3C5597BEBE3F}" dt="2021-10-04T07:30:47.928" v="1" actId="2696"/>
        <pc:sldMkLst>
          <pc:docMk/>
          <pc:sldMk cId="2832513465" sldId="280"/>
        </pc:sldMkLst>
      </pc:sldChg>
      <pc:sldChg chg="del">
        <pc:chgData name="Lee Barnby" userId="39f99d8d-e7e3-4c24-8daa-b8927982594d" providerId="ADAL" clId="{48F1E40D-B8F6-764C-B42D-3C5597BEBE3F}" dt="2021-10-04T07:31:13.046" v="2" actId="2696"/>
        <pc:sldMkLst>
          <pc:docMk/>
          <pc:sldMk cId="2000043133" sldId="282"/>
        </pc:sldMkLst>
      </pc:sldChg>
      <pc:sldChg chg="del">
        <pc:chgData name="Lee Barnby" userId="39f99d8d-e7e3-4c24-8daa-b8927982594d" providerId="ADAL" clId="{48F1E40D-B8F6-764C-B42D-3C5597BEBE3F}" dt="2021-10-04T07:31:21.851" v="3" actId="2696"/>
        <pc:sldMkLst>
          <pc:docMk/>
          <pc:sldMk cId="526528358" sldId="283"/>
        </pc:sldMkLst>
      </pc:sldChg>
      <pc:sldChg chg="modSp mod">
        <pc:chgData name="Lee Barnby" userId="39f99d8d-e7e3-4c24-8daa-b8927982594d" providerId="ADAL" clId="{48F1E40D-B8F6-764C-B42D-3C5597BEBE3F}" dt="2021-10-04T07:31:54.670" v="5" actId="114"/>
        <pc:sldMkLst>
          <pc:docMk/>
          <pc:sldMk cId="90345324" sldId="288"/>
        </pc:sldMkLst>
        <pc:spChg chg="mod">
          <ac:chgData name="Lee Barnby" userId="39f99d8d-e7e3-4c24-8daa-b8927982594d" providerId="ADAL" clId="{48F1E40D-B8F6-764C-B42D-3C5597BEBE3F}" dt="2021-10-04T07:31:54.670" v="5" actId="114"/>
          <ac:spMkLst>
            <pc:docMk/>
            <pc:sldMk cId="90345324" sldId="288"/>
            <ac:spMk id="3" creationId="{9FE98AA4-4A87-5A43-B329-51D29536611A}"/>
          </ac:spMkLst>
        </pc:spChg>
      </pc:sldChg>
      <pc:sldChg chg="modSp mod">
        <pc:chgData name="Lee Barnby" userId="39f99d8d-e7e3-4c24-8daa-b8927982594d" providerId="ADAL" clId="{48F1E40D-B8F6-764C-B42D-3C5597BEBE3F}" dt="2021-10-04T07:32:23.009" v="6" actId="114"/>
        <pc:sldMkLst>
          <pc:docMk/>
          <pc:sldMk cId="438079924" sldId="289"/>
        </pc:sldMkLst>
        <pc:spChg chg="mod">
          <ac:chgData name="Lee Barnby" userId="39f99d8d-e7e3-4c24-8daa-b8927982594d" providerId="ADAL" clId="{48F1E40D-B8F6-764C-B42D-3C5597BEBE3F}" dt="2021-10-04T07:32:23.009" v="6" actId="114"/>
          <ac:spMkLst>
            <pc:docMk/>
            <pc:sldMk cId="438079924" sldId="289"/>
            <ac:spMk id="3" creationId="{95CD5700-F572-EB49-90D8-827622DE044B}"/>
          </ac:spMkLst>
        </pc:spChg>
      </pc:sldChg>
      <pc:sldChg chg="modSp mod">
        <pc:chgData name="Lee Barnby" userId="39f99d8d-e7e3-4c24-8daa-b8927982594d" providerId="ADAL" clId="{48F1E40D-B8F6-764C-B42D-3C5597BEBE3F}" dt="2021-10-04T07:33:00.608" v="7" actId="114"/>
        <pc:sldMkLst>
          <pc:docMk/>
          <pc:sldMk cId="4006031002" sldId="294"/>
        </pc:sldMkLst>
        <pc:spChg chg="mod">
          <ac:chgData name="Lee Barnby" userId="39f99d8d-e7e3-4c24-8daa-b8927982594d" providerId="ADAL" clId="{48F1E40D-B8F6-764C-B42D-3C5597BEBE3F}" dt="2021-10-04T07:33:00.608" v="7" actId="114"/>
          <ac:spMkLst>
            <pc:docMk/>
            <pc:sldMk cId="4006031002" sldId="294"/>
            <ac:spMk id="3" creationId="{5A1D00E1-451B-2948-A5BC-DE6588CB325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9/30/24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erbyuni.padlet.org/l_barnby/words-english-that-signify-the-relative-position-or-order-of-b1f6jqm6r82s9gp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Statistical Measures and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399019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</a:t>
            </a:r>
          </a:p>
          <a:p>
            <a:r>
              <a:rPr lang="en-US" sz="2400" dirty="0"/>
              <a:t>Week 2, Autumn Semester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763303"/>
            <a:ext cx="4485453" cy="2004140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712" y="25391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712" y="1360449"/>
            <a:ext cx="10785088" cy="48165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Statistical measures </a:t>
            </a:r>
          </a:p>
          <a:p>
            <a:pPr lvl="1"/>
            <a:r>
              <a:rPr lang="en-US" dirty="0"/>
              <a:t>Why</a:t>
            </a:r>
          </a:p>
          <a:p>
            <a:pPr lvl="1"/>
            <a:r>
              <a:rPr lang="en-US" dirty="0"/>
              <a:t>Some definitions</a:t>
            </a:r>
          </a:p>
          <a:p>
            <a:r>
              <a:rPr lang="en-US" dirty="0"/>
              <a:t>Population Characteristics</a:t>
            </a:r>
          </a:p>
          <a:p>
            <a:pPr lvl="1"/>
            <a:r>
              <a:rPr lang="en-US" dirty="0"/>
              <a:t>Example</a:t>
            </a:r>
          </a:p>
          <a:p>
            <a:pPr lvl="1"/>
            <a:r>
              <a:rPr lang="en-US" dirty="0"/>
              <a:t>Central tendency, Dispersion</a:t>
            </a:r>
          </a:p>
          <a:p>
            <a:r>
              <a:rPr lang="en-US" dirty="0"/>
              <a:t>Histograms</a:t>
            </a:r>
          </a:p>
          <a:p>
            <a:r>
              <a:rPr lang="en-GB" dirty="0"/>
              <a:t>The Central Limit Theorem</a:t>
            </a:r>
          </a:p>
          <a:p>
            <a:r>
              <a:rPr lang="en-GB" dirty="0"/>
              <a:t>Statistical Inference</a:t>
            </a:r>
          </a:p>
          <a:p>
            <a:pPr lvl="1"/>
            <a:r>
              <a:rPr lang="en-GB" dirty="0"/>
              <a:t>Sampling distribution</a:t>
            </a:r>
          </a:p>
          <a:p>
            <a:pPr lvl="1"/>
            <a:r>
              <a:rPr lang="en-GB" dirty="0"/>
              <a:t>Standard error of the mean</a:t>
            </a:r>
          </a:p>
          <a:p>
            <a:r>
              <a:rPr lang="en-GB" dirty="0"/>
              <a:t>Confidence Interval</a:t>
            </a:r>
          </a:p>
          <a:p>
            <a:pPr lvl="1"/>
            <a:r>
              <a:rPr lang="en-GB" dirty="0"/>
              <a:t>Using 𝛔 or s</a:t>
            </a:r>
          </a:p>
          <a:p>
            <a:r>
              <a:rPr lang="en-GB" dirty="0"/>
              <a:t>Student’s </a:t>
            </a:r>
            <a:r>
              <a:rPr lang="en-GB" i="1" dirty="0"/>
              <a:t>t</a:t>
            </a:r>
            <a:r>
              <a:rPr lang="en-GB" dirty="0"/>
              <a:t> distribution</a:t>
            </a:r>
            <a:endParaRPr lang="en-US" dirty="0"/>
          </a:p>
          <a:p>
            <a:endParaRPr lang="en-GB" dirty="0"/>
          </a:p>
          <a:p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endParaRPr lang="en-GB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1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Statistical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08838" cy="38214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do we have </a:t>
            </a:r>
            <a:r>
              <a:rPr lang="en-US" dirty="0">
                <a:solidFill>
                  <a:srgbClr val="C00000"/>
                </a:solidFill>
              </a:rPr>
              <a:t>measures</a:t>
            </a:r>
            <a:r>
              <a:rPr lang="en-US" dirty="0"/>
              <a:t>, in </a:t>
            </a:r>
            <a:r>
              <a:rPr lang="en-US" i="1" dirty="0"/>
              <a:t>any</a:t>
            </a:r>
            <a:r>
              <a:rPr lang="en-US" dirty="0"/>
              <a:t> area not just statistics?</a:t>
            </a:r>
          </a:p>
          <a:p>
            <a:endParaRPr lang="en-US" dirty="0"/>
          </a:p>
          <a:p>
            <a:r>
              <a:rPr lang="en-US" dirty="0"/>
              <a:t>What are some terms used to signify relative outcomes?</a:t>
            </a:r>
          </a:p>
          <a:p>
            <a:pPr lvl="1"/>
            <a:r>
              <a:rPr lang="en-US" dirty="0"/>
              <a:t>Fill the </a:t>
            </a:r>
            <a:r>
              <a:rPr lang="en-US" dirty="0" err="1"/>
              <a:t>padlet</a:t>
            </a:r>
            <a:r>
              <a:rPr lang="en-US" dirty="0"/>
              <a:t> here: </a:t>
            </a:r>
            <a:r>
              <a:rPr lang="en-US" dirty="0">
                <a:hlinkClick r:id="rId2"/>
              </a:rPr>
              <a:t>https://derbyuni.padlet.org/l_barnby/words-english-that-signify-the-relative-position-or-order-of-b1f6jqm6r82s9gpy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 descr="Large QR code containing link to Padlet on ideas for words which signify relative outcomes&#10;">
            <a:extLst>
              <a:ext uri="{FF2B5EF4-FFF2-40B4-BE49-F238E27FC236}">
                <a16:creationId xmlns:a16="http://schemas.microsoft.com/office/drawing/2014/main" id="{FA2F2EB7-E5FB-2617-7A79-39F270F15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043" y="365125"/>
            <a:ext cx="5980670" cy="59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Physical Examples</a:t>
            </a:r>
          </a:p>
        </p:txBody>
      </p:sp>
      <p:pic>
        <p:nvPicPr>
          <p:cNvPr id="7" name="Content Placeholder 6" descr="A picture of the standard yards and other measures at the Greenwich observatory. They are steel bars affixed to a brick wall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024" y="1690688"/>
            <a:ext cx="5948799" cy="396780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 descr="The former standard kilogram mass in Paris. It is a silver-coloured metal cylinder in a case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21" y="1690688"/>
            <a:ext cx="2832879" cy="37771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5997388"/>
            <a:ext cx="254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(Old) </a:t>
            </a:r>
            <a:r>
              <a:rPr lang="en-US" dirty="0" err="1"/>
              <a:t>kilogramme</a:t>
            </a:r>
            <a:r>
              <a:rPr lang="en-US" dirty="0"/>
              <a:t> in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5682" y="5997388"/>
            <a:ext cx="419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(Former) avoirdupois lengths at Greenwich</a:t>
            </a:r>
          </a:p>
        </p:txBody>
      </p:sp>
    </p:spTree>
    <p:extLst>
      <p:ext uri="{BB962C8B-B14F-4D97-AF65-F5344CB8AC3E}">
        <p14:creationId xmlns:p14="http://schemas.microsoft.com/office/powerpoint/2010/main" val="158953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Quantifying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n</a:t>
            </a:r>
            <a:r>
              <a:rPr lang="en-US" dirty="0"/>
              <a:t> observations, 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n-US" i="1" dirty="0"/>
              <a:t>, x</a:t>
            </a:r>
            <a:r>
              <a:rPr lang="en-US" i="1" baseline="-25000" dirty="0"/>
              <a:t>2</a:t>
            </a:r>
            <a:r>
              <a:rPr lang="en-US" i="1" dirty="0"/>
              <a:t>, …,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i="1" dirty="0"/>
              <a:t>  </a:t>
            </a:r>
            <a:r>
              <a:rPr lang="en-US" dirty="0"/>
              <a:t> i.e. denoted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with index </a:t>
            </a:r>
            <a:r>
              <a:rPr lang="en-US" i="1" dirty="0" err="1"/>
              <a:t>i</a:t>
            </a:r>
            <a:r>
              <a:rPr lang="en-US" dirty="0"/>
              <a:t> = 1, 2, …, </a:t>
            </a:r>
            <a:r>
              <a:rPr lang="en-US" i="1" dirty="0"/>
              <a:t>n</a:t>
            </a:r>
          </a:p>
          <a:p>
            <a:endParaRPr lang="en-US" i="1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mean</a:t>
            </a:r>
            <a:r>
              <a:rPr lang="en-US" dirty="0"/>
              <a:t>, written </a:t>
            </a:r>
            <a:r>
              <a:rPr lang="en-US" i="1" dirty="0"/>
              <a:t>µ</a:t>
            </a:r>
            <a:r>
              <a:rPr lang="en-US" dirty="0"/>
              <a:t> for the population mean and </a:t>
            </a:r>
            <a:r>
              <a:rPr lang="en-US" i="1" dirty="0"/>
              <a:t>x</a:t>
            </a:r>
            <a:r>
              <a:rPr lang="en-US" dirty="0"/>
              <a:t>̅ for the sample mean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Equation for the population mean, mu, which is equal to 1/N multiplited by the sum from i-1 to N of the observiations x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01294"/>
            <a:ext cx="2590800" cy="1333500"/>
          </a:xfrm>
          <a:prstGeom prst="rect">
            <a:avLst/>
          </a:prstGeom>
        </p:spPr>
      </p:pic>
      <p:pic>
        <p:nvPicPr>
          <p:cNvPr id="8" name="Picture 7" descr="Equation for the sample mean, x bar, which is equal to 1/n multiplited by the sum from i-1 to n of the observiations x_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4077494"/>
            <a:ext cx="24384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86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Quantifying populations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standard deviation</a:t>
            </a:r>
            <a:r>
              <a:rPr lang="en-US" dirty="0"/>
              <a:t>, usually written </a:t>
            </a:r>
            <a:r>
              <a:rPr lang="el-GR" dirty="0"/>
              <a:t>σ</a:t>
            </a:r>
            <a:r>
              <a:rPr lang="en-US" dirty="0"/>
              <a:t> for the population and </a:t>
            </a:r>
            <a:r>
              <a:rPr lang="en-US" i="1" dirty="0"/>
              <a:t>s</a:t>
            </a:r>
            <a:r>
              <a:rPr lang="en-US" dirty="0"/>
              <a:t> for the sample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variance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l-GR" i="1" dirty="0"/>
              <a:t>σ</a:t>
            </a:r>
            <a:r>
              <a:rPr lang="en-GB" i="1" baseline="30000" dirty="0"/>
              <a:t>2</a:t>
            </a:r>
            <a:r>
              <a:rPr lang="en-GB" dirty="0"/>
              <a:t> for the population and </a:t>
            </a:r>
            <a:r>
              <a:rPr lang="en-GB" i="1" dirty="0"/>
              <a:t>s</a:t>
            </a:r>
            <a:r>
              <a:rPr lang="en-GB" i="1" baseline="30000" dirty="0"/>
              <a:t>2</a:t>
            </a:r>
            <a:r>
              <a:rPr lang="en-GB" i="1" dirty="0"/>
              <a:t> </a:t>
            </a:r>
            <a:r>
              <a:rPr lang="en-GB" dirty="0"/>
              <a:t>for the sample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Mathematical formula for sigma, the population standard deviation.&#10;sigma = sqrt of (all of) 1 over N times the sum from i = 1 to N of the term x_i - mu all squared. Here mu is the population mean and x_i the observation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106" y="2980018"/>
            <a:ext cx="4419600" cy="1651000"/>
          </a:xfrm>
          <a:prstGeom prst="rect">
            <a:avLst/>
          </a:prstGeom>
        </p:spPr>
      </p:pic>
      <p:pic>
        <p:nvPicPr>
          <p:cNvPr id="8" name="Picture 7" descr="Mathematical formula for s, the sample standard deviation.&#10;s = sqrt of (all of) 1 over (n-1) times the sum from i = 1 to n of the term x_i - x bar all squared. Here x bar is the population mean and x_i the observation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2980018"/>
            <a:ext cx="4991100" cy="165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DBD1F1-5BD1-8342-9FD7-A4ECB3247487}"/>
              </a:ext>
            </a:extLst>
          </p:cNvPr>
          <p:cNvSpPr txBox="1"/>
          <p:nvPr/>
        </p:nvSpPr>
        <p:spPr>
          <a:xfrm>
            <a:off x="7856684" y="4001294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n-1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DE0A0-3173-B44E-9B12-BBC163040A83}"/>
              </a:ext>
            </a:extLst>
          </p:cNvPr>
          <p:cNvSpPr txBox="1"/>
          <p:nvPr/>
        </p:nvSpPr>
        <p:spPr>
          <a:xfrm>
            <a:off x="9063919" y="305966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48512-24A7-5741-B2D8-5B257C460D9B}"/>
              </a:ext>
            </a:extLst>
          </p:cNvPr>
          <p:cNvSpPr txBox="1"/>
          <p:nvPr/>
        </p:nvSpPr>
        <p:spPr>
          <a:xfrm>
            <a:off x="10531495" y="364333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2">
                    <a:lumMod val="25000"/>
                  </a:schemeClr>
                </a:solidFill>
                <a:latin typeface="Didot" panose="02000503000000020003" pitchFamily="2" charset="-79"/>
                <a:ea typeface="Baskerville" panose="02020502070401020303" pitchFamily="18" charset="0"/>
                <a:cs typeface="Didot" panose="02000503000000020003" pitchFamily="2" charset="-79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629D88-76FE-4E41-BD0D-4EF30EEF719B}"/>
              </a:ext>
            </a:extLst>
          </p:cNvPr>
          <p:cNvSpPr txBox="1"/>
          <p:nvPr/>
        </p:nvSpPr>
        <p:spPr>
          <a:xfrm>
            <a:off x="10605373" y="341459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0793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68318" cy="4351338"/>
          </a:xfrm>
        </p:spPr>
        <p:txBody>
          <a:bodyPr/>
          <a:lstStyle/>
          <a:p>
            <a:r>
              <a:rPr lang="en-US" dirty="0"/>
              <a:t>You already carried out this calculation in R!</a:t>
            </a:r>
          </a:p>
          <a:p>
            <a:r>
              <a:rPr lang="en-US" dirty="0"/>
              <a:t>Using 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sd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() </a:t>
            </a:r>
            <a:r>
              <a:rPr lang="en-US" dirty="0"/>
              <a:t>function </a:t>
            </a:r>
          </a:p>
          <a:p>
            <a:r>
              <a:rPr lang="en-US" dirty="0"/>
              <a:t>And also using:</a:t>
            </a:r>
            <a:br>
              <a:rPr lang="en-US" dirty="0"/>
            </a:b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sqrt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(sum((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mynums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 - mean(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mynums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))^2)/(length(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mynums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)-1)</a:t>
            </a:r>
            <a:r>
              <a:rPr lang="en-US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)</a:t>
            </a:r>
          </a:p>
          <a:p>
            <a:endParaRPr lang="en-US" dirty="0">
              <a:latin typeface="Lucida Sans Typewriter" charset="0"/>
              <a:ea typeface="Lucida Sans Typewriter" charset="0"/>
              <a:cs typeface="Lucida Sans Typewriter" charset="0"/>
            </a:endParaRPr>
          </a:p>
          <a:p>
            <a:r>
              <a:rPr lang="en-US" dirty="0"/>
              <a:t>with 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mynums</a:t>
            </a:r>
            <a:r>
              <a:rPr lang="en-US" dirty="0"/>
              <a:t> suitably defined. </a:t>
            </a:r>
          </a:p>
          <a:p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var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() </a:t>
            </a:r>
            <a:r>
              <a:rPr lang="en-US" dirty="0">
                <a:ea typeface="Lucida Sans Typewriter" charset="0"/>
                <a:cs typeface="Lucida Sans Typewriter" charset="0"/>
              </a:rPr>
              <a:t>function is also available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2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Population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of ‘central tendency’</a:t>
            </a:r>
          </a:p>
          <a:p>
            <a:r>
              <a:rPr lang="en-US" b="1" dirty="0">
                <a:solidFill>
                  <a:srgbClr val="C00000"/>
                </a:solidFill>
              </a:rPr>
              <a:t>Mean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(we just looked at)</a:t>
            </a:r>
          </a:p>
          <a:p>
            <a:r>
              <a:rPr lang="en-US" b="1" dirty="0">
                <a:solidFill>
                  <a:srgbClr val="C00000"/>
                </a:solidFill>
              </a:rPr>
              <a:t>Median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order </a:t>
            </a:r>
            <a:r>
              <a:rPr lang="en-US" i="1" dirty="0"/>
              <a:t>n</a:t>
            </a:r>
            <a:r>
              <a:rPr lang="en-US" dirty="0"/>
              <a:t> values, take central one if </a:t>
            </a:r>
            <a:r>
              <a:rPr lang="en-US" i="1" dirty="0"/>
              <a:t>n</a:t>
            </a:r>
            <a:r>
              <a:rPr lang="en-US" dirty="0"/>
              <a:t> is odd or midpoint between the two middle values if </a:t>
            </a:r>
            <a:r>
              <a:rPr lang="en-US" i="1" dirty="0"/>
              <a:t>n</a:t>
            </a:r>
            <a:r>
              <a:rPr lang="en-US" dirty="0"/>
              <a:t> is even</a:t>
            </a:r>
          </a:p>
          <a:p>
            <a:r>
              <a:rPr lang="en-US" b="1" dirty="0">
                <a:solidFill>
                  <a:srgbClr val="C00000"/>
                </a:solidFill>
              </a:rPr>
              <a:t>Mode</a:t>
            </a:r>
            <a:r>
              <a:rPr lang="en-US" dirty="0"/>
              <a:t> - the most commonly occurring value</a:t>
            </a:r>
          </a:p>
          <a:p>
            <a:pPr lvl="1"/>
            <a:r>
              <a:rPr lang="en-US" dirty="0"/>
              <a:t>Be careful, distributions can be </a:t>
            </a:r>
            <a:r>
              <a:rPr lang="en-US" i="1" dirty="0"/>
              <a:t>unimodal</a:t>
            </a:r>
            <a:r>
              <a:rPr lang="en-US" dirty="0"/>
              <a:t> or </a:t>
            </a:r>
            <a:r>
              <a:rPr lang="en-US" i="1" dirty="0"/>
              <a:t>multimodal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Notes on central tendency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25254" cy="4351338"/>
          </a:xfrm>
        </p:spPr>
        <p:txBody>
          <a:bodyPr/>
          <a:lstStyle/>
          <a:p>
            <a:r>
              <a:rPr lang="en-US" dirty="0"/>
              <a:t>With the median, half of the sample values are above it in value, and half are below it.</a:t>
            </a:r>
          </a:p>
          <a:p>
            <a:pPr lvl="1"/>
            <a:r>
              <a:rPr lang="en-US" dirty="0"/>
              <a:t>The median is the 50th percentile </a:t>
            </a:r>
          </a:p>
          <a:p>
            <a:r>
              <a:rPr lang="en-US" dirty="0"/>
              <a:t>If the data is right skewed, then the mean is “inflated”. In such a case the median is not influenced by the small number of very large values. </a:t>
            </a:r>
          </a:p>
          <a:p>
            <a:pPr lvl="1"/>
            <a:r>
              <a:rPr lang="en-US" dirty="0"/>
              <a:t>E.g. a sampling of salaries. </a:t>
            </a:r>
          </a:p>
          <a:p>
            <a:r>
              <a:rPr lang="en-US" dirty="0"/>
              <a:t>For the </a:t>
            </a:r>
            <a:r>
              <a:rPr lang="en-US" dirty="0">
                <a:solidFill>
                  <a:schemeClr val="accent1"/>
                </a:solidFill>
              </a:rPr>
              <a:t>normal distribution</a:t>
            </a:r>
            <a:r>
              <a:rPr lang="en-US" dirty="0"/>
              <a:t>, the mean, median and mode are identical.</a:t>
            </a:r>
          </a:p>
          <a:p>
            <a:pPr lvl="1"/>
            <a:r>
              <a:rPr lang="en-US" dirty="0"/>
              <a:t>This theoretical result can be subject to rounding properties of numbers, and calculation.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9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Coefficient of variation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Coefficient of variation (CV) or </a:t>
            </a:r>
            <a:r>
              <a:rPr lang="en-US" i="1" dirty="0"/>
              <a:t>relative</a:t>
            </a:r>
            <a:r>
              <a:rPr lang="en-US" dirty="0"/>
              <a:t> standard deviation is the sample standard deviation expressed as a percentage of the mean </a:t>
            </a:r>
          </a:p>
          <a:p>
            <a:endParaRPr lang="en-US" dirty="0"/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CV =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/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̅  × 100%</a:t>
            </a:r>
          </a:p>
          <a:p>
            <a:pPr lvl="1"/>
            <a:endParaRPr lang="en-US" dirty="0"/>
          </a:p>
          <a:p>
            <a:r>
              <a:rPr lang="en-US" dirty="0"/>
              <a:t>Used to compare dispersion of variable measured with different scales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4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Measures of dispersion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Includes: range, variance and standard deviation, coefficient of variation or relative standard deviation, inter-quartile range. </a:t>
            </a:r>
          </a:p>
          <a:p>
            <a:r>
              <a:rPr lang="en-US" dirty="0"/>
              <a:t>Range </a:t>
            </a:r>
            <a:r>
              <a:rPr lang="mr-IN" dirty="0"/>
              <a:t>–</a:t>
            </a:r>
            <a:r>
              <a:rPr lang="en-US" dirty="0"/>
              <a:t> simply maximum minus minimum</a:t>
            </a:r>
          </a:p>
          <a:p>
            <a:r>
              <a:rPr lang="en-US" dirty="0"/>
              <a:t>Sample variance (we considered already)</a:t>
            </a:r>
          </a:p>
          <a:p>
            <a:r>
              <a:rPr lang="en-US" dirty="0"/>
              <a:t>Why </a:t>
            </a:r>
            <a:r>
              <a:rPr lang="en-US" i="1" dirty="0"/>
              <a:t>(n-1) </a:t>
            </a:r>
            <a:r>
              <a:rPr lang="en-US" dirty="0"/>
              <a:t>degrees of freedom?</a:t>
            </a:r>
          </a:p>
          <a:p>
            <a:pPr lvl="1"/>
            <a:r>
              <a:rPr lang="en-US" dirty="0"/>
              <a:t>sum of the deviations equals 0, this can be understood to imply that there is a linear constraint</a:t>
            </a:r>
          </a:p>
          <a:p>
            <a:pPr lvl="1"/>
            <a:r>
              <a:rPr lang="en-US" dirty="0"/>
              <a:t>that in turn means that one of our values can be expressed in terms of all others </a:t>
            </a:r>
          </a:p>
          <a:p>
            <a:pPr lvl="1"/>
            <a:r>
              <a:rPr lang="en-US" dirty="0"/>
              <a:t>This </a:t>
            </a:r>
            <a:r>
              <a:rPr lang="en-US" b="1" dirty="0"/>
              <a:t>explains why </a:t>
            </a:r>
            <a:r>
              <a:rPr lang="en-US" b="1" i="1" dirty="0"/>
              <a:t>n − 1 </a:t>
            </a:r>
            <a:r>
              <a:rPr lang="en-US" b="1" dirty="0"/>
              <a:t>is the degrees of freedom value</a:t>
            </a:r>
            <a:r>
              <a:rPr lang="en-US" dirty="0"/>
              <a:t>. And this explains the denominator when calculating </a:t>
            </a:r>
            <a:r>
              <a:rPr lang="en-US" i="1" dirty="0"/>
              <a:t>s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42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(empirical) frequency distribution or histogram for a continuous variable presents the counts of observations grouped within pre-specified classes or groups </a:t>
            </a:r>
          </a:p>
          <a:p>
            <a:r>
              <a:rPr lang="en-US" dirty="0"/>
              <a:t>A bar chart presents the frequencies for a categorical variable </a:t>
            </a:r>
          </a:p>
          <a:p>
            <a:r>
              <a:rPr lang="en-US" dirty="0"/>
              <a:t>As sample size increases, histogram class widths can be narrowed such that the histogram comes </a:t>
            </a:r>
            <a:r>
              <a:rPr lang="en-US" dirty="0">
                <a:solidFill>
                  <a:schemeClr val="accent1"/>
                </a:solidFill>
              </a:rPr>
              <a:t>closer to being a smooth curve</a:t>
            </a:r>
            <a:r>
              <a:rPr lang="en-US" dirty="0"/>
              <a:t>. Also said to be continuous rather than discrete. </a:t>
            </a:r>
          </a:p>
          <a:p>
            <a:r>
              <a:rPr lang="en-US" dirty="0"/>
              <a:t>The population histogram of a random variable is referred to as the distribution of the random variable, i.e. it shows how the </a:t>
            </a:r>
            <a:r>
              <a:rPr lang="en-US" i="1" dirty="0"/>
              <a:t>population is distributed</a:t>
            </a:r>
            <a:r>
              <a:rPr lang="en-US" dirty="0"/>
              <a:t> across its overall set of values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51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Inference -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Statistical Inference</a:t>
            </a:r>
          </a:p>
          <a:p>
            <a:pPr lvl="1"/>
            <a:r>
              <a:rPr lang="en-GB" dirty="0"/>
              <a:t>Sampling distribution</a:t>
            </a:r>
          </a:p>
          <a:p>
            <a:pPr lvl="1"/>
            <a:r>
              <a:rPr lang="en-GB" dirty="0"/>
              <a:t>Standard error of the mean</a:t>
            </a:r>
          </a:p>
          <a:p>
            <a:pPr lvl="1"/>
            <a:endParaRPr lang="en-GB" dirty="0"/>
          </a:p>
          <a:p>
            <a:r>
              <a:rPr lang="en-GB" dirty="0"/>
              <a:t>Confidence Interval</a:t>
            </a:r>
          </a:p>
          <a:p>
            <a:pPr lvl="1"/>
            <a:r>
              <a:rPr lang="en-GB" dirty="0"/>
              <a:t>Using 𝛔 or s</a:t>
            </a:r>
          </a:p>
          <a:p>
            <a:pPr lvl="1"/>
            <a:endParaRPr lang="en-GB" dirty="0"/>
          </a:p>
          <a:p>
            <a:r>
              <a:rPr lang="en-GB" i="1" dirty="0"/>
              <a:t>Student’s</a:t>
            </a:r>
            <a:r>
              <a:rPr lang="en-GB" dirty="0"/>
              <a:t> </a:t>
            </a:r>
            <a:r>
              <a:rPr lang="en-GB" i="1" dirty="0"/>
              <a:t>t</a:t>
            </a:r>
            <a:r>
              <a:rPr lang="en-GB" dirty="0"/>
              <a:t> distribution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0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Central Limit Theorem (CLT)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353" y="1825625"/>
            <a:ext cx="10681447" cy="4351338"/>
          </a:xfrm>
        </p:spPr>
        <p:txBody>
          <a:bodyPr/>
          <a:lstStyle/>
          <a:p>
            <a:r>
              <a:rPr lang="en-US" dirty="0"/>
              <a:t>Take a random sample from a population with mean </a:t>
            </a:r>
            <a:r>
              <a:rPr lang="en-US" i="1" dirty="0"/>
              <a:t>µ</a:t>
            </a:r>
            <a:r>
              <a:rPr lang="en-US" dirty="0"/>
              <a:t> and variance </a:t>
            </a:r>
            <a:r>
              <a:rPr lang="en-GB" i="1" dirty="0"/>
              <a:t>𝛔</a:t>
            </a:r>
            <a:r>
              <a:rPr lang="en-GB" baseline="30000" dirty="0"/>
              <a:t>2</a:t>
            </a:r>
          </a:p>
          <a:p>
            <a:endParaRPr lang="en-GB" baseline="30000" dirty="0"/>
          </a:p>
          <a:p>
            <a:r>
              <a:rPr lang="en-GB" dirty="0"/>
              <a:t>For </a:t>
            </a:r>
            <a:r>
              <a:rPr lang="en-GB" i="1" dirty="0"/>
              <a:t>large</a:t>
            </a:r>
            <a:r>
              <a:rPr lang="en-GB" dirty="0"/>
              <a:t> sample sizes, the Central Limit Theorem states that</a:t>
            </a:r>
          </a:p>
          <a:p>
            <a:pPr lvl="1"/>
            <a:r>
              <a:rPr lang="en-US" dirty="0"/>
              <a:t>the distribution of sample means is the normal distribution, with mean </a:t>
            </a:r>
            <a:r>
              <a:rPr lang="en-US" i="1" dirty="0"/>
              <a:t>µ</a:t>
            </a:r>
            <a:r>
              <a:rPr lang="en-US" dirty="0"/>
              <a:t> and variance </a:t>
            </a:r>
            <a:r>
              <a:rPr lang="en-GB" i="1" dirty="0"/>
              <a:t>𝛔</a:t>
            </a:r>
            <a:r>
              <a:rPr lang="en-GB" baseline="30000" dirty="0"/>
              <a:t>2</a:t>
            </a:r>
            <a:r>
              <a:rPr lang="en-GB" dirty="0"/>
              <a:t>/</a:t>
            </a:r>
            <a:r>
              <a:rPr lang="en-GB" i="1" dirty="0"/>
              <a:t>n</a:t>
            </a:r>
          </a:p>
          <a:p>
            <a:pPr lvl="1"/>
            <a:r>
              <a:rPr lang="en-GB" dirty="0"/>
              <a:t>i.e. standard deviation is </a:t>
            </a:r>
            <a:r>
              <a:rPr lang="en-GB" i="1" dirty="0"/>
              <a:t>𝛔</a:t>
            </a:r>
            <a:r>
              <a:rPr lang="en-GB" dirty="0"/>
              <a:t>/</a:t>
            </a:r>
            <a:r>
              <a:rPr lang="en-GB" dirty="0">
                <a:latin typeface="Lucida Sans Typewriter" charset="0"/>
                <a:ea typeface="Lucida Sans Typewriter" charset="0"/>
                <a:cs typeface="Lucida Sans Typewriter" charset="0"/>
              </a:rPr>
              <a:t>√</a:t>
            </a:r>
            <a:r>
              <a:rPr lang="en-GB" i="1" dirty="0">
                <a:latin typeface="Lucida Sans Typewriter" charset="0"/>
                <a:ea typeface="Lucida Sans Typewriter" charset="0"/>
                <a:cs typeface="Lucida Sans Typewriter" charset="0"/>
              </a:rPr>
              <a:t>n</a:t>
            </a:r>
          </a:p>
          <a:p>
            <a:pPr lvl="1"/>
            <a:endParaRPr lang="en-GB" i="1" dirty="0">
              <a:latin typeface="Lucida Sans Typewriter" charset="0"/>
              <a:ea typeface="Lucida Sans Typewriter" charset="0"/>
              <a:cs typeface="Lucida Sans Typewriter" charset="0"/>
            </a:endParaRPr>
          </a:p>
          <a:p>
            <a:r>
              <a:rPr lang="en-US" dirty="0">
                <a:ea typeface="Lucida Sans Typewriter" charset="0"/>
                <a:cs typeface="Lucida Sans Typewriter" charset="0"/>
              </a:rPr>
              <a:t>If the original data are normal then the sample means are normal, whatever the sample size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CLT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tells us the relationship between the </a:t>
            </a:r>
            <a:r>
              <a:rPr lang="en-US" u="sng" dirty="0"/>
              <a:t>sample</a:t>
            </a:r>
            <a:r>
              <a:rPr lang="en-US" dirty="0"/>
              <a:t> mean and the </a:t>
            </a:r>
            <a:r>
              <a:rPr lang="en-US" u="sng" dirty="0"/>
              <a:t>population</a:t>
            </a:r>
            <a:r>
              <a:rPr lang="en-US" dirty="0"/>
              <a:t> mean</a:t>
            </a:r>
          </a:p>
          <a:p>
            <a:endParaRPr lang="en-US" dirty="0"/>
          </a:p>
          <a:p>
            <a:r>
              <a:rPr lang="en-US" dirty="0"/>
              <a:t>Allows us to perform </a:t>
            </a:r>
            <a:r>
              <a:rPr lang="en-US" b="1" dirty="0">
                <a:solidFill>
                  <a:srgbClr val="C00000"/>
                </a:solidFill>
              </a:rPr>
              <a:t>statistical inference</a:t>
            </a:r>
            <a:r>
              <a:rPr lang="en-US" dirty="0"/>
              <a:t>, the </a:t>
            </a:r>
            <a:r>
              <a:rPr lang="en-US" i="1" dirty="0"/>
              <a:t>extrapolation</a:t>
            </a:r>
            <a:r>
              <a:rPr lang="en-US" dirty="0"/>
              <a:t> of sample results to the population</a:t>
            </a:r>
          </a:p>
          <a:p>
            <a:endParaRPr lang="en-US" dirty="0"/>
          </a:p>
          <a:p>
            <a:r>
              <a:rPr lang="en-US" dirty="0"/>
              <a:t>It doesn’t matter what the distribution of the original data is, the sample mean is </a:t>
            </a:r>
            <a:r>
              <a:rPr lang="en-US" u="sng" dirty="0"/>
              <a:t>always</a:t>
            </a:r>
            <a:r>
              <a:rPr lang="en-US" dirty="0"/>
              <a:t> normally distributed when </a:t>
            </a:r>
            <a:r>
              <a:rPr lang="en-US" i="1" dirty="0"/>
              <a:t>n</a:t>
            </a:r>
            <a:r>
              <a:rPr lang="en-US" dirty="0"/>
              <a:t> is large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0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CLT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284" y="1503587"/>
            <a:ext cx="10515600" cy="494178"/>
          </a:xfrm>
        </p:spPr>
        <p:txBody>
          <a:bodyPr/>
          <a:lstStyle/>
          <a:p>
            <a:r>
              <a:rPr lang="en-US" dirty="0"/>
              <a:t>From the dice toss exercise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 descr="Distribution from the simulated rolling of a ten dice (with result divided by 10) 1000 times. Distribution looks distinctly peaked, similar in shape to the normal distribution although probably broader. Not quite symmetric due to random fluctuations.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1" t="18783" r="12232" b="11758"/>
          <a:stretch/>
        </p:blipFill>
        <p:spPr>
          <a:xfrm>
            <a:off x="8123147" y="2689411"/>
            <a:ext cx="3910853" cy="2893443"/>
          </a:xfrm>
          <a:prstGeom prst="rect">
            <a:avLst/>
          </a:prstGeom>
        </p:spPr>
      </p:pic>
      <p:pic>
        <p:nvPicPr>
          <p:cNvPr id="9" name="Picture 8" descr="Distribution from the simulated rolling of a three dice (with result divided by 3) 1000 times. Looks as though there is some central tendency, although far from normally distributed and subject to random fluctuations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25" r="8960" b="13161"/>
          <a:stretch/>
        </p:blipFill>
        <p:spPr>
          <a:xfrm>
            <a:off x="3660962" y="2554474"/>
            <a:ext cx="4870076" cy="2971991"/>
          </a:xfrm>
          <a:prstGeom prst="rect">
            <a:avLst/>
          </a:prstGeom>
        </p:spPr>
      </p:pic>
      <p:pic>
        <p:nvPicPr>
          <p:cNvPr id="10" name="Picture 9" descr="Distribution from the simulated rolling of a single die 1000 times. Looks roughly uniform, subject to random fluctuations.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9" t="19878" r="10225" b="13009"/>
          <a:stretch/>
        </p:blipFill>
        <p:spPr>
          <a:xfrm>
            <a:off x="309284" y="2629227"/>
            <a:ext cx="4358192" cy="29576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36034" y="2319803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die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7084" y="2151241"/>
            <a:ext cx="1650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dice averaged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9953" y="2199847"/>
            <a:ext cx="1767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dice averaged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27" y="5686615"/>
            <a:ext cx="3598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distribution far from 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8937" y="5646436"/>
            <a:ext cx="528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Distribution of </a:t>
            </a:r>
            <a:r>
              <a:rPr lang="en-US" b="1" dirty="0"/>
              <a:t>averages</a:t>
            </a:r>
            <a:r>
              <a:rPr lang="en-US" dirty="0"/>
              <a:t> </a:t>
            </a:r>
            <a:r>
              <a:rPr lang="en-US" i="1" dirty="0"/>
              <a:t>approaches Normal</a:t>
            </a:r>
            <a:r>
              <a:rPr lang="en-US" dirty="0"/>
              <a:t> as number of samples (dice) increases</a:t>
            </a:r>
          </a:p>
        </p:txBody>
      </p:sp>
    </p:spTree>
    <p:extLst>
      <p:ext uri="{BB962C8B-B14F-4D97-AF65-F5344CB8AC3E}">
        <p14:creationId xmlns:p14="http://schemas.microsoft.com/office/powerpoint/2010/main" val="30028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280D-01E7-894E-8BB8-9F2C4FB5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CLT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DD904-C328-9748-9827-489F5FFB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describes the distribution of the </a:t>
            </a:r>
            <a:r>
              <a:rPr lang="en-US" dirty="0">
                <a:solidFill>
                  <a:srgbClr val="C00000"/>
                </a:solidFill>
              </a:rPr>
              <a:t>sample mean</a:t>
            </a:r>
          </a:p>
          <a:p>
            <a:r>
              <a:rPr lang="en-US" dirty="0"/>
              <a:t>The values of </a:t>
            </a:r>
            <a:r>
              <a:rPr lang="en-US" i="1" dirty="0">
                <a:solidFill>
                  <a:srgbClr val="002060"/>
                </a:solidFill>
              </a:rPr>
              <a:t>x</a:t>
            </a:r>
            <a:r>
              <a:rPr lang="en-US" i="1" dirty="0"/>
              <a:t>̅</a:t>
            </a:r>
            <a:r>
              <a:rPr lang="en-US" dirty="0"/>
              <a:t> obtained by repeatedly taking samples of size </a:t>
            </a:r>
            <a:r>
              <a:rPr lang="en-US" i="1" dirty="0">
                <a:solidFill>
                  <a:schemeClr val="bg2">
                    <a:lumMod val="25000"/>
                  </a:schemeClr>
                </a:solidFill>
              </a:rPr>
              <a:t>n</a:t>
            </a:r>
            <a:r>
              <a:rPr lang="en-US" dirty="0"/>
              <a:t> describe a separate population</a:t>
            </a:r>
          </a:p>
          <a:p>
            <a:r>
              <a:rPr lang="en-US" dirty="0"/>
              <a:t>The distribution of any statistic is often called the </a:t>
            </a:r>
            <a:r>
              <a:rPr lang="en-US" dirty="0">
                <a:solidFill>
                  <a:srgbClr val="C00000"/>
                </a:solidFill>
              </a:rPr>
              <a:t>sampling distribution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5F2E5-010B-3949-A6D2-FD7860C4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B60D1-8581-A645-A48B-EABD469B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5B2C3-14E3-C347-90EF-1294B104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56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D741-A728-5B4E-B376-299BB70A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Sampling distribution of x̅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A7404-452C-9846-9B1C-BB648394C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mean µ</a:t>
            </a:r>
          </a:p>
          <a:p>
            <a:pPr lvl="1"/>
            <a:r>
              <a:rPr lang="en-US" dirty="0"/>
              <a:t>Sample 1: x̅</a:t>
            </a:r>
            <a:r>
              <a:rPr lang="en-US" baseline="-25000" dirty="0"/>
              <a:t>1</a:t>
            </a:r>
          </a:p>
          <a:p>
            <a:pPr lvl="1"/>
            <a:r>
              <a:rPr lang="en-US" dirty="0"/>
              <a:t>Sample 2: x̅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Sample 3: x̅</a:t>
            </a:r>
            <a:r>
              <a:rPr lang="en-US" baseline="-25000" dirty="0"/>
              <a:t>3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Sample k: </a:t>
            </a:r>
            <a:r>
              <a:rPr lang="en-US" dirty="0" err="1"/>
              <a:t>x̅</a:t>
            </a:r>
            <a:r>
              <a:rPr lang="en-US" baseline="-25000" dirty="0" err="1"/>
              <a:t>k</a:t>
            </a:r>
            <a:endParaRPr lang="en-US" baseline="-25000" dirty="0"/>
          </a:p>
          <a:p>
            <a:r>
              <a:rPr lang="en-US" dirty="0"/>
              <a:t>This gives the sampling distribution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160C8-FE8D-564C-9400-1662C760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64A63-11E2-C64E-AF6B-AEC7EE7C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40AF5-7B5E-2F4B-ADC7-D3EA137F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00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28E1-338F-7F45-865F-A3DB3787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Sampling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A03AA-E0CA-C54F-BC9F-6AC0F1133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mean of the sampling distribution of </a:t>
            </a:r>
            <a:r>
              <a:rPr lang="en-US" i="1" dirty="0"/>
              <a:t>x</a:t>
            </a:r>
            <a:r>
              <a:rPr lang="en-US" dirty="0"/>
              <a:t>̅ is equal to the population mean</a:t>
            </a:r>
          </a:p>
          <a:p>
            <a:pPr lvl="1"/>
            <a:r>
              <a:rPr lang="en-US" i="1" dirty="0"/>
              <a:t>µ</a:t>
            </a:r>
            <a:r>
              <a:rPr lang="en-US" i="1" baseline="-25000" dirty="0"/>
              <a:t>x̅</a:t>
            </a:r>
            <a:r>
              <a:rPr lang="en-US" i="1" dirty="0"/>
              <a:t> = µ</a:t>
            </a:r>
          </a:p>
          <a:p>
            <a:endParaRPr lang="en-US" dirty="0"/>
          </a:p>
          <a:p>
            <a:r>
              <a:rPr lang="en-US" dirty="0"/>
              <a:t>The standard deviation </a:t>
            </a:r>
            <a:r>
              <a:rPr lang="el-GR" i="1" dirty="0"/>
              <a:t>σ</a:t>
            </a:r>
            <a:r>
              <a:rPr lang="en-US" dirty="0"/>
              <a:t> of the sampling distribution of </a:t>
            </a:r>
            <a:r>
              <a:rPr lang="en-US" i="1" dirty="0"/>
              <a:t>x̅</a:t>
            </a:r>
            <a:r>
              <a:rPr lang="en-US" dirty="0"/>
              <a:t> is the </a:t>
            </a:r>
            <a:r>
              <a:rPr lang="en-US" i="1" dirty="0">
                <a:solidFill>
                  <a:schemeClr val="accent1"/>
                </a:solidFill>
              </a:rPr>
              <a:t>population</a:t>
            </a:r>
            <a:r>
              <a:rPr lang="en-US" dirty="0"/>
              <a:t> standard deviation divided by the square root of the sample size</a:t>
            </a:r>
          </a:p>
          <a:p>
            <a:pPr lvl="1"/>
            <a:r>
              <a:rPr lang="el-GR" i="1" dirty="0"/>
              <a:t>σ</a:t>
            </a:r>
            <a:r>
              <a:rPr lang="en-GB" i="1" baseline="-25000" dirty="0"/>
              <a:t>x̅</a:t>
            </a:r>
            <a:r>
              <a:rPr lang="en-GB" i="1" dirty="0"/>
              <a:t> = </a:t>
            </a:r>
            <a:r>
              <a:rPr lang="el-GR" i="1" dirty="0"/>
              <a:t>σ</a:t>
            </a:r>
            <a:r>
              <a:rPr lang="en-GB" dirty="0"/>
              <a:t>/√</a:t>
            </a:r>
            <a:r>
              <a:rPr lang="en-GB" i="1" dirty="0"/>
              <a:t>n</a:t>
            </a:r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1FD2-0D59-1541-9934-3E321B1F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31890-4C24-6947-8321-1189B190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DBC75-BD11-204A-B561-92CF55B4B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F825-7810-5D4E-B9AD-2A7094C2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8AA4-4A87-5A43-B329-51D29536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</a:t>
            </a:r>
            <a:r>
              <a:rPr lang="en-US" i="1" dirty="0"/>
              <a:t>s</a:t>
            </a:r>
            <a:r>
              <a:rPr lang="en-US" dirty="0"/>
              <a:t> is an estimate of </a:t>
            </a:r>
            <a:r>
              <a:rPr lang="el-GR" i="1" dirty="0"/>
              <a:t>σ</a:t>
            </a:r>
            <a:r>
              <a:rPr lang="en-GB" dirty="0"/>
              <a:t>, an estimate of </a:t>
            </a:r>
            <a:r>
              <a:rPr lang="el-GR" i="1" dirty="0"/>
              <a:t>σ</a:t>
            </a:r>
            <a:r>
              <a:rPr lang="en-GB" dirty="0"/>
              <a:t>/√</a:t>
            </a:r>
            <a:r>
              <a:rPr lang="en-GB" i="1" dirty="0"/>
              <a:t>n</a:t>
            </a:r>
            <a:r>
              <a:rPr lang="en-GB" dirty="0"/>
              <a:t> is </a:t>
            </a:r>
          </a:p>
          <a:p>
            <a:pPr lvl="1"/>
            <a:r>
              <a:rPr lang="en-GB" dirty="0" err="1"/>
              <a:t>SE</a:t>
            </a:r>
            <a:r>
              <a:rPr lang="en-GB" baseline="-25000" dirty="0" err="1"/>
              <a:t>x</a:t>
            </a:r>
            <a:r>
              <a:rPr lang="en-GB" baseline="-25000" dirty="0"/>
              <a:t>̅</a:t>
            </a:r>
            <a:r>
              <a:rPr lang="en-GB" dirty="0"/>
              <a:t> = </a:t>
            </a:r>
            <a:r>
              <a:rPr lang="en-GB" i="1" dirty="0"/>
              <a:t>s</a:t>
            </a:r>
            <a:r>
              <a:rPr lang="en-GB" dirty="0"/>
              <a:t>/√n</a:t>
            </a:r>
          </a:p>
          <a:p>
            <a:pPr lvl="1"/>
            <a:r>
              <a:rPr lang="en-GB" dirty="0"/>
              <a:t>This is the </a:t>
            </a:r>
            <a:r>
              <a:rPr lang="en-GB" dirty="0">
                <a:solidFill>
                  <a:srgbClr val="C00000"/>
                </a:solidFill>
              </a:rPr>
              <a:t>standard error </a:t>
            </a:r>
            <a:r>
              <a:rPr lang="en-GB" dirty="0"/>
              <a:t>of the mean</a:t>
            </a:r>
          </a:p>
          <a:p>
            <a:pPr lvl="1"/>
            <a:endParaRPr lang="en-GB" dirty="0"/>
          </a:p>
          <a:p>
            <a:r>
              <a:rPr lang="en-GB" dirty="0"/>
              <a:t>There is a distinction between standard error and standard deviation</a:t>
            </a:r>
          </a:p>
          <a:p>
            <a:pPr lvl="1"/>
            <a:r>
              <a:rPr lang="en-US" dirty="0"/>
              <a:t>Standard deviation describes the </a:t>
            </a:r>
            <a:r>
              <a:rPr lang="en-US" dirty="0">
                <a:solidFill>
                  <a:srgbClr val="C00000"/>
                </a:solidFill>
              </a:rPr>
              <a:t>variability</a:t>
            </a:r>
            <a:r>
              <a:rPr lang="en-US" dirty="0"/>
              <a:t> of the data</a:t>
            </a:r>
          </a:p>
          <a:p>
            <a:pPr lvl="1"/>
            <a:r>
              <a:rPr lang="en-US" dirty="0"/>
              <a:t>Standard error describes the </a:t>
            </a:r>
            <a:r>
              <a:rPr lang="en-US" dirty="0">
                <a:solidFill>
                  <a:srgbClr val="C00000"/>
                </a:solidFill>
              </a:rPr>
              <a:t>precision</a:t>
            </a:r>
            <a:r>
              <a:rPr lang="en-US" dirty="0"/>
              <a:t> of x̅ as a measure of µ and </a:t>
            </a:r>
            <a:r>
              <a:rPr lang="el-GR" i="1" dirty="0"/>
              <a:t>σ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40734-3CE2-7D47-A34E-936FB8509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F6858-A895-AE42-83F3-5922BC2D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BCAC5-7CE2-8444-8BDF-18960D5B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5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D688-859C-1646-BDB7-67A5B4BA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What does this imply in practice?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D5700-F572-EB49-90D8-827622DE0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Take repeated samples of size </a:t>
            </a:r>
            <a:r>
              <a:rPr lang="en-GB" i="1" dirty="0"/>
              <a:t>n</a:t>
            </a:r>
            <a:r>
              <a:rPr lang="en-GB" dirty="0"/>
              <a:t> from a distribution and compute the mean of each sample, this new distribution is called a </a:t>
            </a:r>
            <a:r>
              <a:rPr lang="en-GB" dirty="0">
                <a:solidFill>
                  <a:srgbClr val="C00000"/>
                </a:solidFill>
              </a:rPr>
              <a:t>sampling distribution.</a:t>
            </a:r>
          </a:p>
          <a:p>
            <a:r>
              <a:rPr lang="en-GB" dirty="0"/>
              <a:t>If the original population has mean </a:t>
            </a:r>
            <a:r>
              <a:rPr lang="el-GR" i="1" dirty="0"/>
              <a:t>μ</a:t>
            </a:r>
            <a:r>
              <a:rPr lang="el-GR" dirty="0"/>
              <a:t> </a:t>
            </a:r>
            <a:r>
              <a:rPr lang="en-GB" dirty="0"/>
              <a:t>and </a:t>
            </a:r>
            <a:r>
              <a:rPr lang="en-GB" dirty="0" err="1"/>
              <a:t>s.d.</a:t>
            </a:r>
            <a:r>
              <a:rPr lang="en-GB" dirty="0"/>
              <a:t> </a:t>
            </a:r>
            <a:r>
              <a:rPr lang="el-GR" dirty="0"/>
              <a:t>σ</a:t>
            </a:r>
            <a:r>
              <a:rPr lang="en-GB" dirty="0"/>
              <a:t>, the sampling distribution has mean </a:t>
            </a:r>
            <a:r>
              <a:rPr lang="el-GR" i="1" dirty="0"/>
              <a:t>μ</a:t>
            </a:r>
            <a:r>
              <a:rPr lang="el-GR" dirty="0"/>
              <a:t> </a:t>
            </a:r>
            <a:r>
              <a:rPr lang="en-GB" dirty="0"/>
              <a:t>and </a:t>
            </a:r>
            <a:r>
              <a:rPr lang="en-GB" dirty="0" err="1"/>
              <a:t>s.d.</a:t>
            </a:r>
            <a:r>
              <a:rPr lang="en-GB" dirty="0"/>
              <a:t> </a:t>
            </a:r>
            <a:r>
              <a:rPr lang="el-GR" i="1" dirty="0"/>
              <a:t>σ </a:t>
            </a:r>
            <a:r>
              <a:rPr lang="en-GB" dirty="0"/>
              <a:t>/√</a:t>
            </a:r>
            <a:r>
              <a:rPr lang="en-GB" i="1" dirty="0"/>
              <a:t>n</a:t>
            </a:r>
            <a:r>
              <a:rPr lang="en-GB" dirty="0"/>
              <a:t> called the standard error of the mean </a:t>
            </a:r>
          </a:p>
          <a:p>
            <a:r>
              <a:rPr lang="en-GB" dirty="0"/>
              <a:t>If the original population has a normal distribution, the sampling distribution is also normal </a:t>
            </a:r>
          </a:p>
          <a:p>
            <a:r>
              <a:rPr lang="en-GB" b="1" dirty="0"/>
              <a:t>If</a:t>
            </a:r>
            <a:r>
              <a:rPr lang="en-GB" dirty="0"/>
              <a:t> the original population is </a:t>
            </a:r>
            <a:r>
              <a:rPr lang="en-GB" b="1" i="1" dirty="0"/>
              <a:t>not</a:t>
            </a:r>
            <a:r>
              <a:rPr lang="en-GB" dirty="0"/>
              <a:t> normal, but does not have “excessively long” tails, the sampling distribution can be approximated by a normal distribution for large samples (≥ 30)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94EBB-5B0D-E746-9E5F-E7F3691F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200B9-59EF-D146-B93A-889068E7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630BB-2994-504C-90D6-BBF88389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79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D460-0746-ED45-AD63-4BB51BAA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Are my data normal?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D946-AE1F-D34A-AB0E-019AB4370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you tell whether your data are normally distributed?</a:t>
            </a:r>
          </a:p>
          <a:p>
            <a:r>
              <a:rPr lang="en-US" dirty="0"/>
              <a:t>Various tests can be done</a:t>
            </a:r>
          </a:p>
          <a:p>
            <a:pPr lvl="1"/>
            <a:r>
              <a:rPr lang="en-US" dirty="0"/>
              <a:t>Normal probability (Q-Q) plot</a:t>
            </a:r>
          </a:p>
          <a:p>
            <a:pPr lvl="1"/>
            <a:r>
              <a:rPr lang="en-US" dirty="0"/>
              <a:t>Box plot</a:t>
            </a:r>
          </a:p>
          <a:p>
            <a:pPr lvl="1"/>
            <a:r>
              <a:rPr lang="en-US" dirty="0"/>
              <a:t>Histogram</a:t>
            </a:r>
          </a:p>
          <a:p>
            <a:pPr lvl="1"/>
            <a:r>
              <a:rPr lang="en-US" dirty="0"/>
              <a:t>Shapiro-Wilk test</a:t>
            </a:r>
          </a:p>
          <a:p>
            <a:pPr lvl="1"/>
            <a:endParaRPr lang="en-US" dirty="0"/>
          </a:p>
          <a:p>
            <a:r>
              <a:rPr lang="en-US" dirty="0"/>
              <a:t>Better to explore these with </a:t>
            </a:r>
            <a:r>
              <a:rPr lang="en-US" b="1" i="1" dirty="0"/>
              <a:t>R</a:t>
            </a:r>
            <a:r>
              <a:rPr lang="en-US" dirty="0"/>
              <a:t> in the next tutorial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5D60E-C12A-4A4B-B3DC-C70F1DC5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96759-EAF5-B44A-BF3E-0E1A63C1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45E58-17A4-6A4F-9F13-926A2C1A4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5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D5A3-8D41-394F-995F-D05E86F6E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Confidence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8DF67-84B9-CF4F-9E45-23D504887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>
                <a:solidFill>
                  <a:srgbClr val="C00000"/>
                </a:solidFill>
              </a:rPr>
              <a:t>confidence interval </a:t>
            </a:r>
            <a:r>
              <a:rPr lang="en-GB" dirty="0"/>
              <a:t>for a population characteristic is an interval of plausible values for the characteristic. It is constructed so that, with a chosen degree of confidence (the confidence level), the value of the characteristic will be captured inside the interval. </a:t>
            </a:r>
          </a:p>
          <a:p>
            <a:pPr lvl="1"/>
            <a:r>
              <a:rPr lang="en-GB" dirty="0"/>
              <a:t>E.g. we claim with 95% confidence that the population mean lies between 15.6 and 17.2 </a:t>
            </a:r>
          </a:p>
          <a:p>
            <a:r>
              <a:rPr lang="en-GB" dirty="0"/>
              <a:t>Generally, this is a type of </a:t>
            </a:r>
            <a:r>
              <a:rPr lang="en-GB" dirty="0">
                <a:solidFill>
                  <a:srgbClr val="C00000"/>
                </a:solidFill>
              </a:rPr>
              <a:t>interval estimate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180D5-33C9-C540-A4D7-61010D75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95689-77BA-854A-AE4E-2807758A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0E29B-0CB9-8148-9751-45003734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21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B596-55C5-7944-B6FF-2DC7EF8A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Confidence Interval:</a:t>
            </a:r>
            <a:br>
              <a:rPr lang="en-GB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Sample Mean when Variance is Known </a:t>
            </a:r>
            <a:br>
              <a:rPr lang="en-GB" dirty="0">
                <a:solidFill>
                  <a:schemeClr val="accent3">
                    <a:lumMod val="75000"/>
                  </a:schemeClr>
                </a:solidFill>
              </a:rPr>
            </a:b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D00E1-451B-2948-A5BC-DE6588CB3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95% confidence interval for x̅ if </a:t>
            </a:r>
            <a:r>
              <a:rPr lang="el-GR" dirty="0"/>
              <a:t>σ </a:t>
            </a:r>
            <a:r>
              <a:rPr lang="en-GB" dirty="0"/>
              <a:t>is known is given by </a:t>
            </a:r>
          </a:p>
          <a:p>
            <a:endParaRPr lang="en-GB" dirty="0"/>
          </a:p>
          <a:p>
            <a:endParaRPr lang="en-GB" dirty="0"/>
          </a:p>
          <a:p>
            <a:pPr lvl="1"/>
            <a:r>
              <a:rPr lang="en-US" sz="3600" dirty="0"/>
              <a:t>x̅ ± 1.96 x </a:t>
            </a:r>
            <a:r>
              <a:rPr lang="el-GR" sz="3600" dirty="0"/>
              <a:t>σ</a:t>
            </a:r>
            <a:r>
              <a:rPr lang="en-GB" sz="3600" dirty="0"/>
              <a:t>/√</a:t>
            </a:r>
            <a:r>
              <a:rPr lang="en-GB" sz="3600" i="1" dirty="0"/>
              <a:t>n</a:t>
            </a:r>
            <a:endParaRPr lang="en-US" sz="36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54059-BCB2-2147-998A-5C8661EF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3D55A-38DD-F749-912D-75F23560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7875F-A66F-0F47-B666-77C1542F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31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958E-1A80-CE42-800D-7EE87C4D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83338" cy="822407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Let’s picture this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59244-91AD-A340-A7FE-05973479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C77AE-7FC1-0D41-A30C-FC21AF067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0095C-98D5-A24B-BC8E-76765873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25</a:t>
            </a:fld>
            <a:endParaRPr lang="en-US"/>
          </a:p>
        </p:txBody>
      </p:sp>
      <p:pic>
        <p:nvPicPr>
          <p:cNvPr id="1025" name="Picture 1" descr="In illustration of the Normal distribution for the Sampling distribution of the mean of x, x bar, with the 95% confidence interval shown at mu plus or minus 1.96">
            <a:extLst>
              <a:ext uri="{FF2B5EF4-FFF2-40B4-BE49-F238E27FC236}">
                <a16:creationId xmlns:a16="http://schemas.microsoft.com/office/drawing/2014/main" id="{D07E1449-3F17-FD4C-A743-FE664B67E6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489" y="1690688"/>
            <a:ext cx="5713021" cy="455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228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0244-4388-AA46-8F7A-35F524BA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691DB-920F-E944-9692-1283B4368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63A74-8FBE-E14C-96DC-0A6A49A4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F6101-D7A3-084F-90EA-45D2CA6C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26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050CE1-3EC3-93F7-EDE0-2C72CBAF7113}"/>
              </a:ext>
            </a:extLst>
          </p:cNvPr>
          <p:cNvSpPr txBox="1">
            <a:spLocks/>
          </p:cNvSpPr>
          <p:nvPr/>
        </p:nvSpPr>
        <p:spPr>
          <a:xfrm>
            <a:off x="1110049" y="15203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 random sample of 80 tablets had an average potency of 15mg. Assume </a:t>
            </a:r>
            <a:r>
              <a:rPr lang="el-GR" i="1" dirty="0"/>
              <a:t>σ</a:t>
            </a:r>
            <a:r>
              <a:rPr lang="en-GB" i="1" dirty="0"/>
              <a:t> </a:t>
            </a:r>
            <a:r>
              <a:rPr lang="en-GB" dirty="0"/>
              <a:t>is known to be 4mg.</a:t>
            </a:r>
          </a:p>
          <a:p>
            <a:pPr lvl="1"/>
            <a:r>
              <a:rPr lang="en-US" i="1" dirty="0"/>
              <a:t>x</a:t>
            </a:r>
            <a:r>
              <a:rPr lang="en-US" dirty="0"/>
              <a:t>̅ = 15, </a:t>
            </a:r>
            <a:r>
              <a:rPr lang="el-GR" i="1" dirty="0"/>
              <a:t>σ</a:t>
            </a:r>
            <a:r>
              <a:rPr lang="en-GB" i="1" dirty="0"/>
              <a:t> = 4, n = 80</a:t>
            </a:r>
          </a:p>
          <a:p>
            <a:r>
              <a:rPr lang="en-GB" dirty="0"/>
              <a:t>A 95% confidence interval for</a:t>
            </a:r>
            <a:r>
              <a:rPr lang="en-US" i="1" dirty="0"/>
              <a:t> x</a:t>
            </a:r>
            <a:r>
              <a:rPr lang="en-US" dirty="0"/>
              <a:t>̅ is:</a:t>
            </a:r>
          </a:p>
          <a:p>
            <a:pPr marL="457200" lvl="1" indent="0">
              <a:buNone/>
            </a:pPr>
            <a:r>
              <a:rPr lang="en-US" dirty="0"/>
              <a:t>15 ± 1.96 ⨉ 4/√80  = {14.12, 15.88}</a:t>
            </a:r>
          </a:p>
          <a:p>
            <a:r>
              <a:rPr lang="en-US" dirty="0"/>
              <a:t>Doing this in </a:t>
            </a:r>
            <a:r>
              <a:rPr lang="en-US" b="1" i="1" dirty="0"/>
              <a:t>R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qnorm</a:t>
            </a:r>
            <a:r>
              <a:rPr lang="en-US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(0.025, mean=15, </a:t>
            </a:r>
            <a:r>
              <a:rPr lang="en-US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sd</a:t>
            </a:r>
            <a:r>
              <a:rPr lang="en-US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=4/sqrt(80))</a:t>
            </a:r>
          </a:p>
          <a:p>
            <a:pPr marL="457200" lvl="1" indent="0">
              <a:buNone/>
            </a:pPr>
            <a:r>
              <a:rPr lang="en-US" dirty="0"/>
              <a:t>Gives: 14.12348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qnorm</a:t>
            </a:r>
            <a:r>
              <a:rPr lang="en-US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(0.975, mean=15, </a:t>
            </a:r>
            <a:r>
              <a:rPr lang="en-US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sd</a:t>
            </a:r>
            <a:r>
              <a:rPr lang="en-US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=4/sqrt(80))</a:t>
            </a:r>
          </a:p>
          <a:p>
            <a:pPr marL="457200" lvl="1" indent="0">
              <a:buNone/>
            </a:pPr>
            <a:r>
              <a:rPr lang="en-US" dirty="0"/>
              <a:t>Gives: 15.87952</a:t>
            </a:r>
          </a:p>
          <a:p>
            <a:pPr lvl="1"/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2335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1506-FABF-D146-8DD2-863C7D0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Confidence Interval when </a:t>
            </a:r>
            <a:r>
              <a:rPr lang="el-GR" i="1" dirty="0">
                <a:solidFill>
                  <a:schemeClr val="accent3">
                    <a:lumMod val="75000"/>
                  </a:schemeClr>
                </a:solidFill>
              </a:rPr>
              <a:t>σ</a:t>
            </a:r>
            <a:r>
              <a:rPr lang="en-GB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is unknown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B214-6EFE-4549-AADF-113DB174A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always the case that </a:t>
            </a:r>
            <a:r>
              <a:rPr lang="el-GR" i="1" dirty="0"/>
              <a:t>σ</a:t>
            </a:r>
            <a:r>
              <a:rPr lang="en-GB" i="1" dirty="0"/>
              <a:t> </a:t>
            </a:r>
            <a:r>
              <a:rPr lang="en-GB" dirty="0"/>
              <a:t> is unknown and has to be </a:t>
            </a:r>
            <a:r>
              <a:rPr lang="en-GB" i="1" dirty="0"/>
              <a:t>estimated</a:t>
            </a:r>
            <a:r>
              <a:rPr lang="en-GB" dirty="0"/>
              <a:t> using the sample standard deviation </a:t>
            </a:r>
            <a:r>
              <a:rPr lang="en-GB" i="1" dirty="0"/>
              <a:t>s</a:t>
            </a:r>
          </a:p>
          <a:p>
            <a:endParaRPr lang="en-GB" dirty="0"/>
          </a:p>
          <a:p>
            <a:r>
              <a:rPr lang="en-GB" dirty="0"/>
              <a:t>The value 1.96 in the confidence interval is replaced by a new quantity, denoted </a:t>
            </a:r>
            <a:r>
              <a:rPr lang="en-GB" i="1" dirty="0"/>
              <a:t>t</a:t>
            </a:r>
            <a:r>
              <a:rPr lang="en-GB" baseline="-25000" dirty="0"/>
              <a:t>0.025</a:t>
            </a:r>
          </a:p>
          <a:p>
            <a:endParaRPr lang="en-US" baseline="-25000" dirty="0"/>
          </a:p>
          <a:p>
            <a:r>
              <a:rPr lang="en-US" dirty="0"/>
              <a:t>The 95% confidence interval for an unknown </a:t>
            </a:r>
            <a:r>
              <a:rPr lang="el-GR" i="1" dirty="0"/>
              <a:t>σ</a:t>
            </a:r>
            <a:r>
              <a:rPr lang="en-GB" i="1" dirty="0"/>
              <a:t> </a:t>
            </a:r>
            <a:r>
              <a:rPr lang="en-GB" dirty="0"/>
              <a:t>is</a:t>
            </a:r>
          </a:p>
          <a:p>
            <a:pPr lvl="1"/>
            <a:r>
              <a:rPr lang="en-GB" i="1" dirty="0"/>
              <a:t>x̅</a:t>
            </a:r>
            <a:r>
              <a:rPr lang="en-GB" dirty="0"/>
              <a:t> ± </a:t>
            </a:r>
            <a:r>
              <a:rPr lang="en-GB" i="1" dirty="0"/>
              <a:t>t</a:t>
            </a:r>
            <a:r>
              <a:rPr lang="en-GB" baseline="-25000" dirty="0"/>
              <a:t>0.025</a:t>
            </a:r>
            <a:r>
              <a:rPr lang="en-GB" dirty="0"/>
              <a:t> x s/√n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30A10-8FF9-974D-9660-580E3A8BF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BB037-47F1-634D-839F-36F56594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0E45C-3874-6548-AABD-66FEF983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30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DCD8-54EA-3840-874A-ED8A96CD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Student’s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415A1-EA21-C04E-9BDD-2ABF0ACCC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71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William Sealy </a:t>
            </a:r>
            <a:r>
              <a:rPr lang="en-GB" dirty="0" err="1"/>
              <a:t>Gosset</a:t>
            </a:r>
            <a:r>
              <a:rPr lang="en-GB" dirty="0"/>
              <a:t> published this distribution in 1908. He was working in Guinness’s brewery in Dublin. He published with the pseudonym, </a:t>
            </a:r>
            <a:r>
              <a:rPr lang="en-GB" b="1" dirty="0"/>
              <a:t>Student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Closely related to the standard normal distribution Z </a:t>
            </a:r>
          </a:p>
          <a:p>
            <a:pPr lvl="1"/>
            <a:r>
              <a:rPr lang="en-GB" dirty="0"/>
              <a:t>Symmetric and bell-shaped</a:t>
            </a:r>
          </a:p>
          <a:p>
            <a:pPr lvl="1"/>
            <a:r>
              <a:rPr lang="en-GB" dirty="0"/>
              <a:t>Has a mean = 0 but has a </a:t>
            </a:r>
            <a:r>
              <a:rPr lang="en-GB" i="1" dirty="0"/>
              <a:t>larger</a:t>
            </a:r>
            <a:r>
              <a:rPr lang="en-GB" dirty="0"/>
              <a:t> standard deviation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Exact shape depends on a parameter called </a:t>
            </a:r>
            <a:r>
              <a:rPr lang="en-GB" dirty="0">
                <a:solidFill>
                  <a:srgbClr val="C00000"/>
                </a:solidFill>
              </a:rPr>
              <a:t>degrees of freedom </a:t>
            </a:r>
            <a:r>
              <a:rPr lang="en-GB" dirty="0"/>
              <a:t>(df) which is related to the sample size</a:t>
            </a:r>
          </a:p>
          <a:p>
            <a:pPr lvl="1"/>
            <a:r>
              <a:rPr lang="en-GB" dirty="0"/>
              <a:t>In this context	 </a:t>
            </a:r>
            <a:r>
              <a:rPr lang="en-GB" i="1" dirty="0">
                <a:solidFill>
                  <a:srgbClr val="C00000"/>
                </a:solidFill>
              </a:rPr>
              <a:t>df = n - 1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D0215-512E-2F4D-9F20-0366F8F9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D31BE-E0B2-C947-8360-8DF0511D1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E98CF-36DA-6548-966D-882C87CE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42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8E76-A8A5-9646-B933-0D63ECDB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Comparing Normal and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distributions</a:t>
            </a:r>
          </a:p>
        </p:txBody>
      </p:sp>
      <p:pic>
        <p:nvPicPr>
          <p:cNvPr id="8" name="Content Placeholder 7" descr="The Normal distribution compared to Student’s t distribution for two values of the number of degrees of freedom parameter, df. df=10 shown in red is quite close to the normal distribution by eye although with detectable differences. df=3 is notable different with a lower peak and much wider tails. The value s3 and 10 are just illustrative">
            <a:extLst>
              <a:ext uri="{FF2B5EF4-FFF2-40B4-BE49-F238E27FC236}">
                <a16:creationId xmlns:a16="http://schemas.microsoft.com/office/drawing/2014/main" id="{42463571-8FDC-F247-9AE4-1E94DC894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4387" y="1825625"/>
            <a:ext cx="5843225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B02F-665D-FC47-AF83-17C5635E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6A98A-3BF1-CC41-9A74-2F341976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E637-7C17-FD4E-9B7D-79978B333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6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7448-205D-E34B-BD6E-C8D3B69B0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Definition of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t</a:t>
            </a:r>
            <a:r>
              <a:rPr lang="en-US" baseline="-25000" dirty="0">
                <a:solidFill>
                  <a:schemeClr val="accent3">
                    <a:lumMod val="75000"/>
                  </a:schemeClr>
                </a:solidFill>
              </a:rPr>
              <a:t>0.025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values</a:t>
            </a:r>
          </a:p>
        </p:txBody>
      </p:sp>
      <p:pic>
        <p:nvPicPr>
          <p:cNvPr id="8" name="Content Placeholder 7" descr="Schematic of a t distribution with the highest and lowest 2.5% of the distribution shaded red and lablled with limits  t_0.025 and minus t_0.025">
            <a:extLst>
              <a:ext uri="{FF2B5EF4-FFF2-40B4-BE49-F238E27FC236}">
                <a16:creationId xmlns:a16="http://schemas.microsoft.com/office/drawing/2014/main" id="{91826554-0CAB-6548-8609-1F146AF40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071" y="1825625"/>
            <a:ext cx="7755857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59269-6417-0243-8411-BC7102F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DC872-0CB9-B345-84F1-CB6B8EA2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F288A-2A5A-C04C-8F12-7020A665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1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3F92-5239-554C-8A51-4AE06B71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0419-6D48-FE49-A486-4080DB16F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30" y="3158370"/>
            <a:ext cx="8162769" cy="2993192"/>
          </a:xfrm>
        </p:spPr>
        <p:txBody>
          <a:bodyPr/>
          <a:lstStyle/>
          <a:p>
            <a:r>
              <a:rPr lang="en-US" i="1" dirty="0"/>
              <a:t>x</a:t>
            </a:r>
            <a:r>
              <a:rPr lang="en-US" dirty="0"/>
              <a:t>̅ = 490.96,  </a:t>
            </a:r>
            <a:r>
              <a:rPr lang="en-US" i="1" dirty="0"/>
              <a:t>s</a:t>
            </a:r>
            <a:r>
              <a:rPr lang="en-US" dirty="0"/>
              <a:t> = 10.783 mg per tablet</a:t>
            </a:r>
          </a:p>
          <a:p>
            <a:r>
              <a:rPr lang="en-GB" i="1" dirty="0"/>
              <a:t>t</a:t>
            </a:r>
            <a:r>
              <a:rPr lang="en-GB" baseline="-25000" dirty="0"/>
              <a:t>0.025</a:t>
            </a:r>
            <a:r>
              <a:rPr lang="en-GB" dirty="0"/>
              <a:t> for df = 25 is </a:t>
            </a:r>
            <a:r>
              <a:rPr lang="en-GB" dirty="0">
                <a:solidFill>
                  <a:srgbClr val="C00000"/>
                </a:solidFill>
              </a:rPr>
              <a:t>2.06</a:t>
            </a:r>
          </a:p>
          <a:p>
            <a:r>
              <a:rPr lang="en-GB" dirty="0"/>
              <a:t>So x</a:t>
            </a:r>
            <a:r>
              <a:rPr lang="en-GB" i="1" dirty="0"/>
              <a:t>̅</a:t>
            </a:r>
            <a:r>
              <a:rPr lang="en-GB" dirty="0"/>
              <a:t> ± </a:t>
            </a:r>
            <a:r>
              <a:rPr lang="en-GB" i="1" dirty="0"/>
              <a:t>t</a:t>
            </a:r>
            <a:r>
              <a:rPr lang="en-GB" baseline="-25000" dirty="0"/>
              <a:t>0.025</a:t>
            </a:r>
            <a:r>
              <a:rPr lang="en-GB" dirty="0"/>
              <a:t> × </a:t>
            </a:r>
            <a:r>
              <a:rPr lang="en-GB" i="1" dirty="0"/>
              <a:t>s</a:t>
            </a:r>
            <a:r>
              <a:rPr lang="en-GB" dirty="0"/>
              <a:t>/√</a:t>
            </a:r>
            <a:r>
              <a:rPr lang="en-GB" i="1" dirty="0"/>
              <a:t>n</a:t>
            </a:r>
            <a:r>
              <a:rPr lang="en-GB" dirty="0"/>
              <a:t> = 490.096 ± </a:t>
            </a:r>
            <a:r>
              <a:rPr lang="en-GB" dirty="0">
                <a:solidFill>
                  <a:srgbClr val="C00000"/>
                </a:solidFill>
              </a:rPr>
              <a:t>2.06</a:t>
            </a:r>
            <a:r>
              <a:rPr lang="en-GB" dirty="0"/>
              <a:t> × 10.783/√25</a:t>
            </a:r>
            <a:br>
              <a:rPr lang="en-US" dirty="0"/>
            </a:br>
            <a:r>
              <a:rPr lang="en-US" dirty="0"/>
              <a:t>			  = 490.096 ± 4.44</a:t>
            </a:r>
          </a:p>
          <a:p>
            <a:r>
              <a:rPr lang="en-US" dirty="0"/>
              <a:t>Batch potency lies between </a:t>
            </a:r>
            <a:r>
              <a:rPr lang="en-GB" dirty="0"/>
              <a:t>485.6 and 494.54 mg per tablet.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FEDAF-60D2-9440-B6CE-3D6F2F38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B30B6-006B-0C43-83C6-16000B22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8DE55-3423-494E-84FF-E5519908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31</a:t>
            </a:fld>
            <a:endParaRPr lang="en-US"/>
          </a:p>
        </p:txBody>
      </p:sp>
      <p:pic>
        <p:nvPicPr>
          <p:cNvPr id="2050" name="Picture 2" descr="Table of values for example: 498.38, 489.31, 505.450, 495.24, 490.17, 483.20, 488.47, 497.71, 503.41, 482.25, 488.14, 492.22, 483,96, 473.93, 463.40, 493.65, 499.48, 496.05, 494.54, 508.58, 488.42, 463.68, 492.46, 489.45, 491.57, 489.33">
            <a:extLst>
              <a:ext uri="{FF2B5EF4-FFF2-40B4-BE49-F238E27FC236}">
                <a16:creationId xmlns:a16="http://schemas.microsoft.com/office/drawing/2014/main" id="{D0909E5E-CF4D-A44D-9EB5-41E13D223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406" y="204787"/>
            <a:ext cx="6016220" cy="279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A88728-224B-DE49-85EE-8014EC069FC7}"/>
              </a:ext>
            </a:extLst>
          </p:cNvPr>
          <p:cNvSpPr txBox="1"/>
          <p:nvPr/>
        </p:nvSpPr>
        <p:spPr>
          <a:xfrm>
            <a:off x="6880485" y="3105834"/>
            <a:ext cx="4961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26 measurements of the potency of a single batch of tablets in mg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4612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241D-33B9-EAEB-5134-C99A7750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A1D33-7D10-63C8-C349-CB10662BA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measures and population characteristics</a:t>
            </a:r>
          </a:p>
          <a:p>
            <a:endParaRPr lang="en-US" dirty="0"/>
          </a:p>
          <a:p>
            <a:r>
              <a:rPr lang="en-US" dirty="0" err="1">
                <a:solidFill>
                  <a:schemeClr val="accent1"/>
                </a:solidFill>
              </a:rPr>
              <a:t>Utilising</a:t>
            </a:r>
            <a:r>
              <a:rPr lang="en-US" dirty="0">
                <a:solidFill>
                  <a:schemeClr val="accent1"/>
                </a:solidFill>
              </a:rPr>
              <a:t> the Central Limit Theorem</a:t>
            </a:r>
          </a:p>
          <a:p>
            <a:endParaRPr lang="en-US" dirty="0"/>
          </a:p>
          <a:p>
            <a:r>
              <a:rPr lang="en-GB" dirty="0"/>
              <a:t>The Normal and Student’s distribution properties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ECA21-311F-DDF5-B097-D5F1504E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33176-000E-6D64-DAA4-4A51C1D8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233C-F01B-87F2-A093-5516847A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97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5021-69B9-2FF5-72B7-B3DE5812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Material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D1AB8-EF8E-9A61-595B-2B049590C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Random number generation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8D5E6-A564-9A2E-16AA-A806190CC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8E1CE-A2B1-2852-31DF-2FBFD2C4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76618-7087-2874-2EC6-535F1A1AD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35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Random numbers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9789"/>
            <a:ext cx="10515600" cy="4602069"/>
          </a:xfrm>
        </p:spPr>
        <p:txBody>
          <a:bodyPr>
            <a:normAutofit/>
          </a:bodyPr>
          <a:lstStyle/>
          <a:p>
            <a:r>
              <a:rPr lang="en-US" dirty="0"/>
              <a:t>Random number generators produce </a:t>
            </a:r>
            <a:r>
              <a:rPr lang="en-US" b="1" dirty="0">
                <a:solidFill>
                  <a:srgbClr val="C00000"/>
                </a:solidFill>
              </a:rPr>
              <a:t>pseudo-random</a:t>
            </a:r>
            <a:r>
              <a:rPr lang="en-US" dirty="0"/>
              <a:t> numbers.</a:t>
            </a:r>
          </a:p>
          <a:p>
            <a:r>
              <a:rPr lang="en-US" dirty="0"/>
              <a:t>Usual steps are:</a:t>
            </a:r>
          </a:p>
          <a:p>
            <a:pPr lvl="1"/>
            <a:r>
              <a:rPr lang="en-US" dirty="0"/>
              <a:t>generating uniformly distributed random values in [0,1] </a:t>
            </a:r>
          </a:p>
          <a:p>
            <a:pPr lvl="1"/>
            <a:r>
              <a:rPr lang="en-US" dirty="0"/>
              <a:t>the uniformly distributed values are transformed to the desired distribution </a:t>
            </a:r>
          </a:p>
          <a:p>
            <a:r>
              <a:rPr lang="en-US" dirty="0"/>
              <a:t>From the uniformly distributed values, by a specific transformation, we can transform the values into normally distributed, and independent values </a:t>
            </a:r>
          </a:p>
          <a:p>
            <a:r>
              <a:rPr lang="en-US" dirty="0"/>
              <a:t>The same principle holds for other distributions </a:t>
            </a:r>
          </a:p>
          <a:p>
            <a:pPr lvl="1"/>
            <a:r>
              <a:rPr lang="en-US" dirty="0"/>
              <a:t>Having an empirical cumulative distribution function (discussed later), we can transform the uniformly distributed values to our target distribution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91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Random numbers in practice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Standard approach is using a </a:t>
            </a:r>
            <a:r>
              <a:rPr lang="en-US" b="1" dirty="0">
                <a:solidFill>
                  <a:srgbClr val="C00000"/>
                </a:solidFill>
              </a:rPr>
              <a:t>linear congruential generator </a:t>
            </a:r>
          </a:p>
          <a:p>
            <a:r>
              <a:rPr lang="en-US" b="1" dirty="0"/>
              <a:t>Simple</a:t>
            </a:r>
            <a:r>
              <a:rPr lang="en-US" dirty="0"/>
              <a:t> example: </a:t>
            </a:r>
            <a:r>
              <a:rPr lang="is-IS" i="1" dirty="0"/>
              <a:t>x</a:t>
            </a:r>
            <a:r>
              <a:rPr lang="is-IS" i="1" baseline="-25000" dirty="0"/>
              <a:t>n</a:t>
            </a:r>
            <a:r>
              <a:rPr lang="is-IS" i="1" dirty="0"/>
              <a:t> = (</a:t>
            </a:r>
            <a:r>
              <a:rPr lang="is-IS" dirty="0"/>
              <a:t>5</a:t>
            </a:r>
            <a:r>
              <a:rPr lang="is-IS" i="1" dirty="0"/>
              <a:t>x</a:t>
            </a:r>
            <a:r>
              <a:rPr lang="is-IS" i="1" baseline="-25000" dirty="0"/>
              <a:t>n−</a:t>
            </a:r>
            <a:r>
              <a:rPr lang="is-IS" baseline="-25000" dirty="0"/>
              <a:t>1 </a:t>
            </a:r>
            <a:r>
              <a:rPr lang="is-IS" dirty="0"/>
              <a:t>+</a:t>
            </a:r>
            <a:r>
              <a:rPr lang="is-IS" i="1" dirty="0"/>
              <a:t> </a:t>
            </a:r>
            <a:r>
              <a:rPr lang="is-IS" dirty="0"/>
              <a:t>1</a:t>
            </a:r>
            <a:r>
              <a:rPr lang="is-IS" i="1" dirty="0"/>
              <a:t>)  </a:t>
            </a:r>
            <a:r>
              <a:rPr lang="is-IS" dirty="0"/>
              <a:t>mod  16 </a:t>
            </a:r>
          </a:p>
          <a:p>
            <a:r>
              <a:rPr lang="en-US" dirty="0"/>
              <a:t>For x</a:t>
            </a:r>
            <a:r>
              <a:rPr lang="en-US" baseline="-25000" dirty="0"/>
              <a:t>0</a:t>
            </a:r>
            <a:r>
              <a:rPr lang="en-US" dirty="0"/>
              <a:t> = 5: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Gives </a:t>
            </a:r>
            <a:r>
              <a:rPr lang="is-IS" i="1" dirty="0"/>
              <a:t>x</a:t>
            </a:r>
            <a:r>
              <a:rPr lang="is-IS" i="1" baseline="-25000" dirty="0"/>
              <a:t>i</a:t>
            </a:r>
            <a:r>
              <a:rPr lang="is-IS" i="1" dirty="0"/>
              <a:t> </a:t>
            </a:r>
            <a:r>
              <a:rPr lang="en-US" dirty="0"/>
              <a:t>∈[0,15] for all </a:t>
            </a:r>
            <a:r>
              <a:rPr lang="en-US" i="1" dirty="0" err="1"/>
              <a:t>i</a:t>
            </a:r>
            <a:r>
              <a:rPr lang="en-US" dirty="0"/>
              <a:t> </a:t>
            </a:r>
          </a:p>
          <a:p>
            <a:r>
              <a:rPr lang="en-US" dirty="0"/>
              <a:t>Divide each </a:t>
            </a:r>
            <a:r>
              <a:rPr lang="is-IS" i="1" dirty="0"/>
              <a:t>x</a:t>
            </a:r>
            <a:r>
              <a:rPr lang="is-IS" i="1" baseline="-25000" dirty="0"/>
              <a:t>i</a:t>
            </a:r>
            <a:r>
              <a:rPr lang="is-IS" i="1" dirty="0"/>
              <a:t> </a:t>
            </a:r>
            <a:r>
              <a:rPr lang="is-IS" dirty="0"/>
              <a:t>by 15 yields random numbers in the interval [0,1]</a:t>
            </a:r>
          </a:p>
          <a:p>
            <a:r>
              <a:rPr lang="is-IS" dirty="0"/>
              <a:t>Desired general properties: </a:t>
            </a:r>
          </a:p>
          <a:p>
            <a:pPr lvl="1"/>
            <a:r>
              <a:rPr lang="is-IS" dirty="0"/>
              <a:t>seed value, statistical tests for randomness are passed, sequence is reproducible, successive values are independent, uniformly dist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2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tutorial </a:t>
            </a:r>
            <a:r>
              <a:rPr lang="mr-IN" dirty="0"/>
              <a:t>–</a:t>
            </a:r>
            <a:r>
              <a:rPr lang="en-US" dirty="0"/>
              <a:t> random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Randomly generated distributions with </a:t>
            </a:r>
            <a:r>
              <a:rPr lang="en-US" sz="2400" dirty="0" err="1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runif</a:t>
            </a:r>
            <a:r>
              <a:rPr lang="en-US" sz="2400" dirty="0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</a:t>
            </a:r>
            <a:r>
              <a:rPr lang="en-US" dirty="0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)</a:t>
            </a:r>
            <a:r>
              <a:rPr lang="en-US" dirty="0"/>
              <a:t> and</a:t>
            </a:r>
            <a:r>
              <a:rPr lang="en-US" sz="2800" dirty="0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 </a:t>
            </a:r>
            <a:r>
              <a:rPr lang="en-US" sz="2800" dirty="0" err="1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rnorm</a:t>
            </a:r>
            <a:r>
              <a:rPr lang="en-US" sz="2800" dirty="0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() </a:t>
            </a:r>
            <a:endParaRPr lang="en-US" dirty="0">
              <a:solidFill>
                <a:schemeClr val="accent3"/>
              </a:solidFill>
              <a:latin typeface="Lucida Sans Typewriter" charset="0"/>
              <a:ea typeface="Lucida Sans Typewriter" charset="0"/>
              <a:cs typeface="Lucida Sans Typewriter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 descr="A histogram of the result of randomly sampling with normal distribution 1000 times. Generated by ‘R’ with the rnorm() command.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0" b="12031"/>
          <a:stretch/>
        </p:blipFill>
        <p:spPr>
          <a:xfrm>
            <a:off x="6279029" y="2643608"/>
            <a:ext cx="5765800" cy="3360832"/>
          </a:xfrm>
          <a:prstGeom prst="rect">
            <a:avLst/>
          </a:prstGeom>
        </p:spPr>
      </p:pic>
      <p:pic>
        <p:nvPicPr>
          <p:cNvPr id="8" name="Picture 7" descr="A histogram of the result of randomly sampling with uniform distribution 1000 times. Generated by ‘R’ with the runif() command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0" b="12313"/>
          <a:stretch/>
        </p:blipFill>
        <p:spPr>
          <a:xfrm>
            <a:off x="401918" y="2657055"/>
            <a:ext cx="5765800" cy="334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02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tutorial </a:t>
            </a:r>
            <a:r>
              <a:rPr lang="mr-IN" dirty="0"/>
              <a:t>–</a:t>
            </a:r>
            <a:r>
              <a:rPr lang="en-US" dirty="0"/>
              <a:t> random seeds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number sequences are </a:t>
            </a:r>
            <a:r>
              <a:rPr lang="en-US" i="1" dirty="0"/>
              <a:t>different</a:t>
            </a:r>
            <a:r>
              <a:rPr lang="en-US" dirty="0"/>
              <a:t> each time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Unless you set the seed</a:t>
            </a:r>
          </a:p>
          <a:p>
            <a:endParaRPr lang="en-US" dirty="0"/>
          </a:p>
          <a:p>
            <a:r>
              <a:rPr lang="en-US" dirty="0"/>
              <a:t>And then </a:t>
            </a:r>
            <a:r>
              <a:rPr lang="en-US" b="1" dirty="0"/>
              <a:t>only</a:t>
            </a:r>
            <a:r>
              <a:rPr lang="en-US" dirty="0"/>
              <a:t> that time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37</a:t>
            </a:fld>
            <a:endParaRPr lang="en-US"/>
          </a:p>
        </p:txBody>
      </p:sp>
      <p:pic>
        <p:nvPicPr>
          <p:cNvPr id="7" name="Picture 6" descr="R commands and their output:&#10;runif(5)&#10;runif(5) - output differs&#10;set.seed(5436)&#10;repeart the two runif commands gives two new sets 5 numbers but re-setting the seeds then generates the firs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256" y="2399600"/>
            <a:ext cx="6129560" cy="32033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877" y="5961519"/>
            <a:ext cx="118062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This </a:t>
            </a:r>
            <a:r>
              <a:rPr lang="en-US" sz="2200" dirty="0" err="1"/>
              <a:t>behaviour</a:t>
            </a:r>
            <a:r>
              <a:rPr lang="en-US" sz="2200" dirty="0"/>
              <a:t> in R is best / most convenient </a:t>
            </a:r>
            <a:r>
              <a:rPr lang="en-US" sz="2200" b="1" dirty="0"/>
              <a:t>but</a:t>
            </a:r>
            <a:r>
              <a:rPr lang="en-US" sz="2200" dirty="0"/>
              <a:t> other languages / environments my work differently </a:t>
            </a:r>
          </a:p>
        </p:txBody>
      </p:sp>
    </p:spTree>
    <p:extLst>
      <p:ext uri="{BB962C8B-B14F-4D97-AF65-F5344CB8AC3E}">
        <p14:creationId xmlns:p14="http://schemas.microsoft.com/office/powerpoint/2010/main" val="616263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tutorial </a:t>
            </a:r>
            <a:r>
              <a:rPr lang="mr-IN" dirty="0"/>
              <a:t>–</a:t>
            </a:r>
            <a:r>
              <a:rPr lang="en-US" dirty="0"/>
              <a:t> problem solving with </a:t>
            </a:r>
            <a:r>
              <a:rPr lang="en-US" dirty="0" err="1"/>
              <a:t>pnorm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424" y="1668463"/>
            <a:ext cx="4809564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&gt; </a:t>
            </a:r>
            <a:r>
              <a:rPr lang="mr-IN" dirty="0" err="1">
                <a:solidFill>
                  <a:schemeClr val="bg2">
                    <a:lumMod val="50000"/>
                  </a:schemeClr>
                </a:solidFill>
              </a:rPr>
              <a:t>pnorm</a:t>
            </a:r>
            <a:r>
              <a:rPr lang="mr-IN" dirty="0">
                <a:solidFill>
                  <a:schemeClr val="bg2">
                    <a:lumMod val="50000"/>
                  </a:schemeClr>
                </a:solidFill>
              </a:rPr>
              <a:t>(1,0,1)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mr-IN" dirty="0"/>
              <a:t>[1] 0.8413447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&gt; </a:t>
            </a:r>
            <a:r>
              <a:rPr lang="mr-IN" dirty="0" err="1">
                <a:solidFill>
                  <a:schemeClr val="bg2">
                    <a:lumMod val="50000"/>
                  </a:schemeClr>
                </a:solidFill>
              </a:rPr>
              <a:t>pnorm</a:t>
            </a:r>
            <a:r>
              <a:rPr lang="mr-IN" dirty="0">
                <a:solidFill>
                  <a:schemeClr val="bg2">
                    <a:lumMod val="50000"/>
                  </a:schemeClr>
                </a:solidFill>
              </a:rPr>
              <a:t>(90,80,10)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mr-IN" dirty="0"/>
              <a:t>[1] 0.8413447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&gt; </a:t>
            </a:r>
            <a:r>
              <a:rPr lang="mr-IN" dirty="0" err="1">
                <a:solidFill>
                  <a:schemeClr val="bg2">
                    <a:lumMod val="50000"/>
                  </a:schemeClr>
                </a:solidFill>
              </a:rPr>
              <a:t>pnorm</a:t>
            </a:r>
            <a:r>
              <a:rPr lang="mr-IN" dirty="0">
                <a:solidFill>
                  <a:schemeClr val="bg2">
                    <a:lumMod val="50000"/>
                  </a:schemeClr>
                </a:solidFill>
              </a:rPr>
              <a:t>(90,80,10,FALSE)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mr-IN" dirty="0"/>
              <a:t>[1] 0.1586553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38</a:t>
            </a:fld>
            <a:endParaRPr lang="en-US"/>
          </a:p>
        </p:txBody>
      </p:sp>
      <p:pic>
        <p:nvPicPr>
          <p:cNvPr id="7" name="Content Placehold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" r="4070"/>
          <a:stretch/>
        </p:blipFill>
        <p:spPr>
          <a:xfrm>
            <a:off x="5208494" y="1646238"/>
            <a:ext cx="68042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3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MA506_201718" id="{3A1A4C17-7873-C847-A346-FC1F740D081B}" vid="{97580C1E-B5AF-2A42-A989-6C47304E33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A8E9AC2D8CFB8B41AABCC159999A4638" ma:contentTypeVersion="3" ma:contentTypeDescription="Δημιουργία νέου εγγράφου" ma:contentTypeScope="" ma:versionID="02d7452c1351a26e008847a89c774335">
  <xsd:schema xmlns:xsd="http://www.w3.org/2001/XMLSchema" xmlns:xs="http://www.w3.org/2001/XMLSchema" xmlns:p="http://schemas.microsoft.com/office/2006/metadata/properties" xmlns:ns2="4cb626c9-b1d3-40fc-bfd5-902d07b155e1" targetNamespace="http://schemas.microsoft.com/office/2006/metadata/properties" ma:root="true" ma:fieldsID="ffc36a5eaba856025c0230ad6c0aedf9" ns2:_="">
    <xsd:import namespace="4cb626c9-b1d3-40fc-bfd5-902d07b15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626c9-b1d3-40fc-bfd5-902d07b15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265408-3561-4B78-B5AF-6938C05BB36A}"/>
</file>

<file path=customXml/itemProps2.xml><?xml version="1.0" encoding="utf-8"?>
<ds:datastoreItem xmlns:ds="http://schemas.openxmlformats.org/officeDocument/2006/customXml" ds:itemID="{6132D03E-B2C2-4657-A6CD-2FF53C3E7F44}"/>
</file>

<file path=customXml/itemProps3.xml><?xml version="1.0" encoding="utf-8"?>
<ds:datastoreItem xmlns:ds="http://schemas.openxmlformats.org/officeDocument/2006/customXml" ds:itemID="{B9BCB6E2-434F-4286-9217-22CD5B061D37}"/>
</file>

<file path=docProps/app.xml><?xml version="1.0" encoding="utf-8"?>
<Properties xmlns="http://schemas.openxmlformats.org/officeDocument/2006/extended-properties" xmlns:vt="http://schemas.openxmlformats.org/officeDocument/2006/docPropsVTypes">
  <Template>5MA506_StatMeasures</Template>
  <TotalTime>1431</TotalTime>
  <Words>2474</Words>
  <Application>Microsoft Macintosh PowerPoint</Application>
  <PresentationFormat>Widescreen</PresentationFormat>
  <Paragraphs>362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Didot</vt:lpstr>
      <vt:lpstr>Lucida Sans Typewriter</vt:lpstr>
      <vt:lpstr>Office Theme</vt:lpstr>
      <vt:lpstr>Statistical Measures and Inference</vt:lpstr>
      <vt:lpstr>Outline</vt:lpstr>
      <vt:lpstr>Statistical Measures</vt:lpstr>
      <vt:lpstr>Physical Examples</vt:lpstr>
      <vt:lpstr>Quantifying populations</vt:lpstr>
      <vt:lpstr>Quantifying populations cont.</vt:lpstr>
      <vt:lpstr>In practice</vt:lpstr>
      <vt:lpstr>Population Characteristics</vt:lpstr>
      <vt:lpstr>Notes on central tendency </vt:lpstr>
      <vt:lpstr>Coefficient of variation</vt:lpstr>
      <vt:lpstr>Measures of dispersion</vt:lpstr>
      <vt:lpstr>Histograms</vt:lpstr>
      <vt:lpstr>Inference - Outline</vt:lpstr>
      <vt:lpstr>Central Limit Theorem (CLT)</vt:lpstr>
      <vt:lpstr>CLT cont.</vt:lpstr>
      <vt:lpstr>CLT Demonstration</vt:lpstr>
      <vt:lpstr>CLT (continued)</vt:lpstr>
      <vt:lpstr>Sampling distribution of x̅</vt:lpstr>
      <vt:lpstr>Sampling (continued)</vt:lpstr>
      <vt:lpstr>Standard error</vt:lpstr>
      <vt:lpstr>What does this imply in practice?</vt:lpstr>
      <vt:lpstr>Are my data normal?</vt:lpstr>
      <vt:lpstr>Confidence Interval</vt:lpstr>
      <vt:lpstr>Confidence Interval: Sample Mean when Variance is Known  </vt:lpstr>
      <vt:lpstr>Let’s picture this</vt:lpstr>
      <vt:lpstr>Example</vt:lpstr>
      <vt:lpstr>Confidence Interval when σ is unknown </vt:lpstr>
      <vt:lpstr>Student’s t Distribution</vt:lpstr>
      <vt:lpstr>Comparing Normal and t distributions</vt:lpstr>
      <vt:lpstr>Definition of t0.025 values</vt:lpstr>
      <vt:lpstr>Example</vt:lpstr>
      <vt:lpstr>Summary</vt:lpstr>
      <vt:lpstr>Supplementary Material</vt:lpstr>
      <vt:lpstr>Random numbers in practice</vt:lpstr>
      <vt:lpstr>Random numbers in practice cont.</vt:lpstr>
      <vt:lpstr>From tutorial – random distributions</vt:lpstr>
      <vt:lpstr>From tutorial – random seeds</vt:lpstr>
      <vt:lpstr>From tutorial – problem solving with pnorm()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Measures and Randomness</dc:title>
  <dc:creator>Lee Barnby</dc:creator>
  <cp:lastModifiedBy>Lee Barnby</cp:lastModifiedBy>
  <cp:revision>6</cp:revision>
  <dcterms:created xsi:type="dcterms:W3CDTF">2017-10-02T17:46:39Z</dcterms:created>
  <dcterms:modified xsi:type="dcterms:W3CDTF">2024-09-30T20:56:06Z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