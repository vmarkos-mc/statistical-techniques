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96" r:id="rId4"/>
    <p:sldId id="297" r:id="rId5"/>
    <p:sldId id="298" r:id="rId6"/>
    <p:sldId id="299" r:id="rId7"/>
    <p:sldId id="300" r:id="rId8"/>
    <p:sldId id="258" r:id="rId9"/>
    <p:sldId id="259" r:id="rId10"/>
    <p:sldId id="260" r:id="rId11"/>
    <p:sldId id="261" r:id="rId12"/>
    <p:sldId id="264" r:id="rId13"/>
    <p:sldId id="265" r:id="rId14"/>
    <p:sldId id="263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2" r:id="rId31"/>
    <p:sldId id="283" r:id="rId32"/>
    <p:sldId id="284" r:id="rId33"/>
    <p:sldId id="285" r:id="rId34"/>
    <p:sldId id="286" r:id="rId35"/>
    <p:sldId id="28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2E3"/>
    <a:srgbClr val="2E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957418-C87D-5B4D-9D78-9D3286453618}" v="2" dt="2024-10-07T11:25:27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55"/>
    <p:restoredTop sz="95839"/>
  </p:normalViewPr>
  <p:slideViewPr>
    <p:cSldViewPr snapToGrid="0" snapToObjects="1">
      <p:cViewPr varScale="1">
        <p:scale>
          <a:sx n="103" d="100"/>
          <a:sy n="103" d="100"/>
        </p:scale>
        <p:origin x="208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Barnby" userId="39f99d8d-e7e3-4c24-8daa-b8927982594d" providerId="ADAL" clId="{3F291DA5-E031-7D4D-BCDB-4CAD07CFBCFF}"/>
    <pc:docChg chg="custSel modSld">
      <pc:chgData name="Lee Barnby" userId="39f99d8d-e7e3-4c24-8daa-b8927982594d" providerId="ADAL" clId="{3F291DA5-E031-7D4D-BCDB-4CAD07CFBCFF}" dt="2020-10-16T07:34:25.277" v="15" actId="20577"/>
      <pc:docMkLst>
        <pc:docMk/>
      </pc:docMkLst>
      <pc:sldChg chg="modSp mod">
        <pc:chgData name="Lee Barnby" userId="39f99d8d-e7e3-4c24-8daa-b8927982594d" providerId="ADAL" clId="{3F291DA5-E031-7D4D-BCDB-4CAD07CFBCFF}" dt="2020-10-16T07:34:25.277" v="15" actId="20577"/>
        <pc:sldMkLst>
          <pc:docMk/>
          <pc:sldMk cId="1408652796" sldId="256"/>
        </pc:sldMkLst>
        <pc:spChg chg="mod">
          <ac:chgData name="Lee Barnby" userId="39f99d8d-e7e3-4c24-8daa-b8927982594d" providerId="ADAL" clId="{3F291DA5-E031-7D4D-BCDB-4CAD07CFBCFF}" dt="2020-10-16T07:34:25.277" v="15" actId="20577"/>
          <ac:spMkLst>
            <pc:docMk/>
            <pc:sldMk cId="1408652796" sldId="256"/>
            <ac:spMk id="4" creationId="{00000000-0000-0000-0000-000000000000}"/>
          </ac:spMkLst>
        </pc:spChg>
        <pc:spChg chg="mod">
          <ac:chgData name="Lee Barnby" userId="39f99d8d-e7e3-4c24-8daa-b8927982594d" providerId="ADAL" clId="{3F291DA5-E031-7D4D-BCDB-4CAD07CFBCFF}" dt="2020-10-16T07:33:33.036" v="3" actId="20577"/>
          <ac:spMkLst>
            <pc:docMk/>
            <pc:sldMk cId="1408652796" sldId="256"/>
            <ac:spMk id="6" creationId="{00000000-0000-0000-0000-000000000000}"/>
          </ac:spMkLst>
        </pc:spChg>
      </pc:sldChg>
    </pc:docChg>
  </pc:docChgLst>
  <pc:docChgLst>
    <pc:chgData name="Lee Barnby" userId="39f99d8d-e7e3-4c24-8daa-b8927982594d" providerId="ADAL" clId="{47626970-B47C-984C-B6C0-1BF879CD217B}"/>
    <pc:docChg chg="custSel modSld">
      <pc:chgData name="Lee Barnby" userId="39f99d8d-e7e3-4c24-8daa-b8927982594d" providerId="ADAL" clId="{47626970-B47C-984C-B6C0-1BF879CD217B}" dt="2019-10-21T10:04:35.611" v="2" actId="478"/>
      <pc:docMkLst>
        <pc:docMk/>
      </pc:docMkLst>
      <pc:sldChg chg="delSp">
        <pc:chgData name="Lee Barnby" userId="39f99d8d-e7e3-4c24-8daa-b8927982594d" providerId="ADAL" clId="{47626970-B47C-984C-B6C0-1BF879CD217B}" dt="2019-10-21T10:04:35.611" v="2" actId="478"/>
        <pc:sldMkLst>
          <pc:docMk/>
          <pc:sldMk cId="989564792" sldId="282"/>
        </pc:sldMkLst>
        <pc:inkChg chg="del">
          <ac:chgData name="Lee Barnby" userId="39f99d8d-e7e3-4c24-8daa-b8927982594d" providerId="ADAL" clId="{47626970-B47C-984C-B6C0-1BF879CD217B}" dt="2019-10-21T10:04:35.611" v="2" actId="478"/>
          <ac:inkMkLst>
            <pc:docMk/>
            <pc:sldMk cId="989564792" sldId="282"/>
            <ac:inkMk id="8" creationId="{6B856C67-B769-0440-BDD7-0698BE6FE0D5}"/>
          </ac:inkMkLst>
        </pc:inkChg>
      </pc:sldChg>
      <pc:sldChg chg="delSp">
        <pc:chgData name="Lee Barnby" userId="39f99d8d-e7e3-4c24-8daa-b8927982594d" providerId="ADAL" clId="{47626970-B47C-984C-B6C0-1BF879CD217B}" dt="2019-10-21T10:04:30.416" v="1" actId="478"/>
        <pc:sldMkLst>
          <pc:docMk/>
          <pc:sldMk cId="974292693" sldId="283"/>
        </pc:sldMkLst>
        <pc:inkChg chg="del">
          <ac:chgData name="Lee Barnby" userId="39f99d8d-e7e3-4c24-8daa-b8927982594d" providerId="ADAL" clId="{47626970-B47C-984C-B6C0-1BF879CD217B}" dt="2019-10-21T10:04:30.416" v="1" actId="478"/>
          <ac:inkMkLst>
            <pc:docMk/>
            <pc:sldMk cId="974292693" sldId="283"/>
            <ac:inkMk id="7" creationId="{AADDB5A6-3793-E14C-9E98-936E6BDAE149}"/>
          </ac:inkMkLst>
        </pc:inkChg>
      </pc:sldChg>
      <pc:sldChg chg="delSp">
        <pc:chgData name="Lee Barnby" userId="39f99d8d-e7e3-4c24-8daa-b8927982594d" providerId="ADAL" clId="{47626970-B47C-984C-B6C0-1BF879CD217B}" dt="2019-10-21T10:04:15.405" v="0" actId="478"/>
        <pc:sldMkLst>
          <pc:docMk/>
          <pc:sldMk cId="585706421" sldId="284"/>
        </pc:sldMkLst>
        <pc:inkChg chg="del">
          <ac:chgData name="Lee Barnby" userId="39f99d8d-e7e3-4c24-8daa-b8927982594d" providerId="ADAL" clId="{47626970-B47C-984C-B6C0-1BF879CD217B}" dt="2019-10-21T10:04:15.405" v="0" actId="478"/>
          <ac:inkMkLst>
            <pc:docMk/>
            <pc:sldMk cId="585706421" sldId="284"/>
            <ac:inkMk id="7" creationId="{C62E9594-09A5-E941-940E-1012538C9DD5}"/>
          </ac:inkMkLst>
        </pc:inkChg>
      </pc:sldChg>
    </pc:docChg>
  </pc:docChgLst>
  <pc:docChgLst>
    <pc:chgData name="Lee Barnby" userId="39f99d8d-e7e3-4c24-8daa-b8927982594d" providerId="ADAL" clId="{603227A9-AD44-4D40-A210-44FB51F7FDE0}"/>
    <pc:docChg chg="undo custSel modSld modMainMaster">
      <pc:chgData name="Lee Barnby" userId="39f99d8d-e7e3-4c24-8daa-b8927982594d" providerId="ADAL" clId="{603227A9-AD44-4D40-A210-44FB51F7FDE0}" dt="2020-10-15T13:19:54.702" v="76" actId="207"/>
      <pc:docMkLst>
        <pc:docMk/>
      </pc:docMkLst>
      <pc:sldChg chg="modSp mod">
        <pc:chgData name="Lee Barnby" userId="39f99d8d-e7e3-4c24-8daa-b8927982594d" providerId="ADAL" clId="{603227A9-AD44-4D40-A210-44FB51F7FDE0}" dt="2020-10-15T08:51:31.628" v="14" actId="20577"/>
        <pc:sldMkLst>
          <pc:docMk/>
          <pc:sldMk cId="1408652796" sldId="256"/>
        </pc:sldMkLst>
        <pc:spChg chg="mod">
          <ac:chgData name="Lee Barnby" userId="39f99d8d-e7e3-4c24-8daa-b8927982594d" providerId="ADAL" clId="{603227A9-AD44-4D40-A210-44FB51F7FDE0}" dt="2020-10-15T08:51:24.922" v="12" actId="20577"/>
          <ac:spMkLst>
            <pc:docMk/>
            <pc:sldMk cId="1408652796" sldId="256"/>
            <ac:spMk id="3" creationId="{00000000-0000-0000-0000-000000000000}"/>
          </ac:spMkLst>
        </pc:spChg>
        <pc:spChg chg="mod">
          <ac:chgData name="Lee Barnby" userId="39f99d8d-e7e3-4c24-8daa-b8927982594d" providerId="ADAL" clId="{603227A9-AD44-4D40-A210-44FB51F7FDE0}" dt="2020-10-15T08:51:31.628" v="14" actId="20577"/>
          <ac:spMkLst>
            <pc:docMk/>
            <pc:sldMk cId="1408652796" sldId="256"/>
            <ac:spMk id="4" creationId="{00000000-0000-0000-0000-000000000000}"/>
          </ac:spMkLst>
        </pc:spChg>
      </pc:sldChg>
      <pc:sldChg chg="modSp mod">
        <pc:chgData name="Lee Barnby" userId="39f99d8d-e7e3-4c24-8daa-b8927982594d" providerId="ADAL" clId="{603227A9-AD44-4D40-A210-44FB51F7FDE0}" dt="2020-10-15T09:00:19.931" v="41" actId="207"/>
        <pc:sldMkLst>
          <pc:docMk/>
          <pc:sldMk cId="500517159" sldId="257"/>
        </pc:sldMkLst>
        <pc:spChg chg="mod">
          <ac:chgData name="Lee Barnby" userId="39f99d8d-e7e3-4c24-8daa-b8927982594d" providerId="ADAL" clId="{603227A9-AD44-4D40-A210-44FB51F7FDE0}" dt="2020-10-15T09:00:19.931" v="41" actId="207"/>
          <ac:spMkLst>
            <pc:docMk/>
            <pc:sldMk cId="500517159" sldId="257"/>
            <ac:spMk id="2" creationId="{00000000-0000-0000-0000-000000000000}"/>
          </ac:spMkLst>
        </pc:spChg>
      </pc:sldChg>
      <pc:sldChg chg="modSp mod">
        <pc:chgData name="Lee Barnby" userId="39f99d8d-e7e3-4c24-8daa-b8927982594d" providerId="ADAL" clId="{603227A9-AD44-4D40-A210-44FB51F7FDE0}" dt="2020-10-15T09:12:35.119" v="44" actId="20577"/>
        <pc:sldMkLst>
          <pc:docMk/>
          <pc:sldMk cId="1755896282" sldId="258"/>
        </pc:sldMkLst>
        <pc:spChg chg="mod">
          <ac:chgData name="Lee Barnby" userId="39f99d8d-e7e3-4c24-8daa-b8927982594d" providerId="ADAL" clId="{603227A9-AD44-4D40-A210-44FB51F7FDE0}" dt="2020-10-15T09:12:35.119" v="44" actId="20577"/>
          <ac:spMkLst>
            <pc:docMk/>
            <pc:sldMk cId="1755896282" sldId="258"/>
            <ac:spMk id="12" creationId="{00000000-0000-0000-0000-000000000000}"/>
          </ac:spMkLst>
        </pc:spChg>
      </pc:sldChg>
      <pc:sldChg chg="modSp mod">
        <pc:chgData name="Lee Barnby" userId="39f99d8d-e7e3-4c24-8daa-b8927982594d" providerId="ADAL" clId="{603227A9-AD44-4D40-A210-44FB51F7FDE0}" dt="2020-10-15T13:01:14.991" v="45" actId="113"/>
        <pc:sldMkLst>
          <pc:docMk/>
          <pc:sldMk cId="1870365578" sldId="266"/>
        </pc:sldMkLst>
        <pc:spChg chg="mod">
          <ac:chgData name="Lee Barnby" userId="39f99d8d-e7e3-4c24-8daa-b8927982594d" providerId="ADAL" clId="{603227A9-AD44-4D40-A210-44FB51F7FDE0}" dt="2020-10-15T13:01:14.991" v="45" actId="113"/>
          <ac:spMkLst>
            <pc:docMk/>
            <pc:sldMk cId="1870365578" sldId="266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03227A9-AD44-4D40-A210-44FB51F7FDE0}" dt="2020-10-15T13:02:01.966" v="46" actId="113"/>
        <pc:sldMkLst>
          <pc:docMk/>
          <pc:sldMk cId="772730644" sldId="268"/>
        </pc:sldMkLst>
        <pc:spChg chg="mod">
          <ac:chgData name="Lee Barnby" userId="39f99d8d-e7e3-4c24-8daa-b8927982594d" providerId="ADAL" clId="{603227A9-AD44-4D40-A210-44FB51F7FDE0}" dt="2020-10-15T13:02:01.966" v="46" actId="113"/>
          <ac:spMkLst>
            <pc:docMk/>
            <pc:sldMk cId="772730644" sldId="268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03227A9-AD44-4D40-A210-44FB51F7FDE0}" dt="2020-10-15T13:10:52.955" v="55" actId="20577"/>
        <pc:sldMkLst>
          <pc:docMk/>
          <pc:sldMk cId="440801255" sldId="271"/>
        </pc:sldMkLst>
        <pc:spChg chg="mod">
          <ac:chgData name="Lee Barnby" userId="39f99d8d-e7e3-4c24-8daa-b8927982594d" providerId="ADAL" clId="{603227A9-AD44-4D40-A210-44FB51F7FDE0}" dt="2020-10-15T13:10:52.955" v="55" actId="20577"/>
          <ac:spMkLst>
            <pc:docMk/>
            <pc:sldMk cId="440801255" sldId="271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03227A9-AD44-4D40-A210-44FB51F7FDE0}" dt="2020-10-15T13:11:41.260" v="58" actId="114"/>
        <pc:sldMkLst>
          <pc:docMk/>
          <pc:sldMk cId="466089003" sldId="275"/>
        </pc:sldMkLst>
        <pc:spChg chg="mod">
          <ac:chgData name="Lee Barnby" userId="39f99d8d-e7e3-4c24-8daa-b8927982594d" providerId="ADAL" clId="{603227A9-AD44-4D40-A210-44FB51F7FDE0}" dt="2020-10-15T13:11:41.260" v="58" actId="114"/>
          <ac:spMkLst>
            <pc:docMk/>
            <pc:sldMk cId="466089003" sldId="275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03227A9-AD44-4D40-A210-44FB51F7FDE0}" dt="2020-10-15T13:13:29.678" v="64"/>
        <pc:sldMkLst>
          <pc:docMk/>
          <pc:sldMk cId="1722901943" sldId="277"/>
        </pc:sldMkLst>
        <pc:spChg chg="mod">
          <ac:chgData name="Lee Barnby" userId="39f99d8d-e7e3-4c24-8daa-b8927982594d" providerId="ADAL" clId="{603227A9-AD44-4D40-A210-44FB51F7FDE0}" dt="2020-10-15T13:13:29.678" v="64"/>
          <ac:spMkLst>
            <pc:docMk/>
            <pc:sldMk cId="1722901943" sldId="277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03227A9-AD44-4D40-A210-44FB51F7FDE0}" dt="2020-10-15T13:14:11.962" v="70" actId="15"/>
        <pc:sldMkLst>
          <pc:docMk/>
          <pc:sldMk cId="780327137" sldId="279"/>
        </pc:sldMkLst>
        <pc:spChg chg="mod">
          <ac:chgData name="Lee Barnby" userId="39f99d8d-e7e3-4c24-8daa-b8927982594d" providerId="ADAL" clId="{603227A9-AD44-4D40-A210-44FB51F7FDE0}" dt="2020-10-15T13:14:03.149" v="65" actId="20577"/>
          <ac:spMkLst>
            <pc:docMk/>
            <pc:sldMk cId="780327137" sldId="279"/>
            <ac:spMk id="2" creationId="{00000000-0000-0000-0000-000000000000}"/>
          </ac:spMkLst>
        </pc:spChg>
        <pc:spChg chg="mod">
          <ac:chgData name="Lee Barnby" userId="39f99d8d-e7e3-4c24-8daa-b8927982594d" providerId="ADAL" clId="{603227A9-AD44-4D40-A210-44FB51F7FDE0}" dt="2020-10-15T13:14:11.962" v="70" actId="15"/>
          <ac:spMkLst>
            <pc:docMk/>
            <pc:sldMk cId="780327137" sldId="279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03227A9-AD44-4D40-A210-44FB51F7FDE0}" dt="2020-10-15T08:55:27.093" v="24" actId="20577"/>
        <pc:sldMkLst>
          <pc:docMk/>
          <pc:sldMk cId="1286157151" sldId="280"/>
        </pc:sldMkLst>
        <pc:spChg chg="mod">
          <ac:chgData name="Lee Barnby" userId="39f99d8d-e7e3-4c24-8daa-b8927982594d" providerId="ADAL" clId="{603227A9-AD44-4D40-A210-44FB51F7FDE0}" dt="2020-10-15T08:55:27.093" v="24" actId="20577"/>
          <ac:spMkLst>
            <pc:docMk/>
            <pc:sldMk cId="1286157151" sldId="280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03227A9-AD44-4D40-A210-44FB51F7FDE0}" dt="2020-10-15T13:19:54.702" v="76" actId="207"/>
        <pc:sldMkLst>
          <pc:docMk/>
          <pc:sldMk cId="585706421" sldId="284"/>
        </pc:sldMkLst>
        <pc:spChg chg="mod">
          <ac:chgData name="Lee Barnby" userId="39f99d8d-e7e3-4c24-8daa-b8927982594d" providerId="ADAL" clId="{603227A9-AD44-4D40-A210-44FB51F7FDE0}" dt="2020-10-15T13:19:54.702" v="76" actId="207"/>
          <ac:spMkLst>
            <pc:docMk/>
            <pc:sldMk cId="585706421" sldId="284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03227A9-AD44-4D40-A210-44FB51F7FDE0}" dt="2020-10-15T13:15:42.719" v="75" actId="20577"/>
        <pc:sldMkLst>
          <pc:docMk/>
          <pc:sldMk cId="1076754674" sldId="285"/>
        </pc:sldMkLst>
        <pc:spChg chg="mod">
          <ac:chgData name="Lee Barnby" userId="39f99d8d-e7e3-4c24-8daa-b8927982594d" providerId="ADAL" clId="{603227A9-AD44-4D40-A210-44FB51F7FDE0}" dt="2020-10-15T13:15:42.719" v="75" actId="20577"/>
          <ac:spMkLst>
            <pc:docMk/>
            <pc:sldMk cId="1076754674" sldId="285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03227A9-AD44-4D40-A210-44FB51F7FDE0}" dt="2020-10-15T08:53:25.013" v="15" actId="113"/>
        <pc:sldMkLst>
          <pc:docMk/>
          <pc:sldMk cId="911226446" sldId="286"/>
        </pc:sldMkLst>
        <pc:spChg chg="mod">
          <ac:chgData name="Lee Barnby" userId="39f99d8d-e7e3-4c24-8daa-b8927982594d" providerId="ADAL" clId="{603227A9-AD44-4D40-A210-44FB51F7FDE0}" dt="2020-10-15T08:53:25.013" v="15" actId="113"/>
          <ac:spMkLst>
            <pc:docMk/>
            <pc:sldMk cId="911226446" sldId="286"/>
            <ac:spMk id="3" creationId="{00000000-0000-0000-0000-000000000000}"/>
          </ac:spMkLst>
        </pc:spChg>
      </pc:sldChg>
      <pc:sldMasterChg chg="modSp mod modSldLayout">
        <pc:chgData name="Lee Barnby" userId="39f99d8d-e7e3-4c24-8daa-b8927982594d" providerId="ADAL" clId="{603227A9-AD44-4D40-A210-44FB51F7FDE0}" dt="2020-10-15T09:01:18.688" v="42" actId="207"/>
        <pc:sldMasterMkLst>
          <pc:docMk/>
          <pc:sldMasterMk cId="1811904389" sldId="2147483648"/>
        </pc:sldMasterMkLst>
        <pc:spChg chg="mod">
          <ac:chgData name="Lee Barnby" userId="39f99d8d-e7e3-4c24-8daa-b8927982594d" providerId="ADAL" clId="{603227A9-AD44-4D40-A210-44FB51F7FDE0}" dt="2020-10-15T08:58:28.835" v="37" actId="207"/>
          <ac:spMkLst>
            <pc:docMk/>
            <pc:sldMasterMk cId="1811904389" sldId="2147483648"/>
            <ac:spMk id="2" creationId="{00000000-0000-0000-0000-000000000000}"/>
          </ac:spMkLst>
        </pc:spChg>
        <pc:spChg chg="mod">
          <ac:chgData name="Lee Barnby" userId="39f99d8d-e7e3-4c24-8daa-b8927982594d" providerId="ADAL" clId="{603227A9-AD44-4D40-A210-44FB51F7FDE0}" dt="2020-10-15T08:58:47.376" v="38" actId="207"/>
          <ac:spMkLst>
            <pc:docMk/>
            <pc:sldMasterMk cId="1811904389" sldId="2147483648"/>
            <ac:spMk id="4" creationId="{00000000-0000-0000-0000-000000000000}"/>
          </ac:spMkLst>
        </pc:spChg>
        <pc:spChg chg="mod">
          <ac:chgData name="Lee Barnby" userId="39f99d8d-e7e3-4c24-8daa-b8927982594d" providerId="ADAL" clId="{603227A9-AD44-4D40-A210-44FB51F7FDE0}" dt="2020-10-15T08:58:47.376" v="38" actId="207"/>
          <ac:spMkLst>
            <pc:docMk/>
            <pc:sldMasterMk cId="1811904389" sldId="2147483648"/>
            <ac:spMk id="5" creationId="{00000000-0000-0000-0000-000000000000}"/>
          </ac:spMkLst>
        </pc:spChg>
        <pc:spChg chg="mod">
          <ac:chgData name="Lee Barnby" userId="39f99d8d-e7e3-4c24-8daa-b8927982594d" providerId="ADAL" clId="{603227A9-AD44-4D40-A210-44FB51F7FDE0}" dt="2020-10-15T08:58:47.376" v="38" actId="207"/>
          <ac:spMkLst>
            <pc:docMk/>
            <pc:sldMasterMk cId="1811904389" sldId="2147483648"/>
            <ac:spMk id="6" creationId="{00000000-0000-0000-0000-000000000000}"/>
          </ac:spMkLst>
        </pc:spChg>
        <pc:sldLayoutChg chg="modSp mod">
          <pc:chgData name="Lee Barnby" userId="39f99d8d-e7e3-4c24-8daa-b8927982594d" providerId="ADAL" clId="{603227A9-AD44-4D40-A210-44FB51F7FDE0}" dt="2020-10-15T09:01:18.688" v="42" actId="207"/>
          <pc:sldLayoutMkLst>
            <pc:docMk/>
            <pc:sldMasterMk cId="1811904389" sldId="2147483648"/>
            <pc:sldLayoutMk cId="393266039" sldId="2147483650"/>
          </pc:sldLayoutMkLst>
          <pc:spChg chg="mod">
            <ac:chgData name="Lee Barnby" userId="39f99d8d-e7e3-4c24-8daa-b8927982594d" providerId="ADAL" clId="{603227A9-AD44-4D40-A210-44FB51F7FDE0}" dt="2020-10-15T09:01:18.688" v="42" actId="207"/>
            <ac:spMkLst>
              <pc:docMk/>
              <pc:sldMasterMk cId="1811904389" sldId="2147483648"/>
              <pc:sldLayoutMk cId="393266039" sldId="2147483650"/>
              <ac:spMk id="2" creationId="{00000000-0000-0000-0000-000000000000}"/>
            </ac:spMkLst>
          </pc:spChg>
          <pc:spChg chg="mod">
            <ac:chgData name="Lee Barnby" userId="39f99d8d-e7e3-4c24-8daa-b8927982594d" providerId="ADAL" clId="{603227A9-AD44-4D40-A210-44FB51F7FDE0}" dt="2020-10-15T08:59:50.635" v="40" actId="207"/>
            <ac:spMkLst>
              <pc:docMk/>
              <pc:sldMasterMk cId="1811904389" sldId="2147483648"/>
              <pc:sldLayoutMk cId="393266039" sldId="2147483650"/>
              <ac:spMk id="4" creationId="{00000000-0000-0000-0000-000000000000}"/>
            </ac:spMkLst>
          </pc:spChg>
          <pc:spChg chg="mod">
            <ac:chgData name="Lee Barnby" userId="39f99d8d-e7e3-4c24-8daa-b8927982594d" providerId="ADAL" clId="{603227A9-AD44-4D40-A210-44FB51F7FDE0}" dt="2020-10-15T08:59:50.635" v="40" actId="207"/>
            <ac:spMkLst>
              <pc:docMk/>
              <pc:sldMasterMk cId="1811904389" sldId="2147483648"/>
              <pc:sldLayoutMk cId="393266039" sldId="2147483650"/>
              <ac:spMk id="5" creationId="{00000000-0000-0000-0000-000000000000}"/>
            </ac:spMkLst>
          </pc:spChg>
          <pc:spChg chg="mod">
            <ac:chgData name="Lee Barnby" userId="39f99d8d-e7e3-4c24-8daa-b8927982594d" providerId="ADAL" clId="{603227A9-AD44-4D40-A210-44FB51F7FDE0}" dt="2020-10-15T08:59:50.635" v="40" actId="207"/>
            <ac:spMkLst>
              <pc:docMk/>
              <pc:sldMasterMk cId="1811904389" sldId="2147483648"/>
              <pc:sldLayoutMk cId="393266039" sldId="2147483650"/>
              <ac:spMk id="6" creationId="{00000000-0000-0000-0000-000000000000}"/>
            </ac:spMkLst>
          </pc:spChg>
        </pc:sldLayoutChg>
      </pc:sldMasterChg>
    </pc:docChg>
  </pc:docChgLst>
  <pc:docChgLst>
    <pc:chgData name="Lee Barnby" userId="39f99d8d-e7e3-4c24-8daa-b8927982594d" providerId="ADAL" clId="{15510F1A-74FB-844F-A990-F0EBA1C4FD86}"/>
    <pc:docChg chg="custSel addSld modSld">
      <pc:chgData name="Lee Barnby" userId="39f99d8d-e7e3-4c24-8daa-b8927982594d" providerId="ADAL" clId="{15510F1A-74FB-844F-A990-F0EBA1C4FD86}" dt="2022-10-10T10:04:56.086" v="35" actId="20577"/>
      <pc:docMkLst>
        <pc:docMk/>
      </pc:docMkLst>
      <pc:sldChg chg="modSp mod">
        <pc:chgData name="Lee Barnby" userId="39f99d8d-e7e3-4c24-8daa-b8927982594d" providerId="ADAL" clId="{15510F1A-74FB-844F-A990-F0EBA1C4FD86}" dt="2022-10-10T10:04:56.086" v="35" actId="20577"/>
        <pc:sldMkLst>
          <pc:docMk/>
          <pc:sldMk cId="500517159" sldId="257"/>
        </pc:sldMkLst>
        <pc:spChg chg="mod">
          <ac:chgData name="Lee Barnby" userId="39f99d8d-e7e3-4c24-8daa-b8927982594d" providerId="ADAL" clId="{15510F1A-74FB-844F-A990-F0EBA1C4FD86}" dt="2022-10-10T10:04:56.086" v="35" actId="20577"/>
          <ac:spMkLst>
            <pc:docMk/>
            <pc:sldMk cId="500517159" sldId="257"/>
            <ac:spMk id="3" creationId="{00000000-0000-0000-0000-000000000000}"/>
          </ac:spMkLst>
        </pc:spChg>
      </pc:sldChg>
      <pc:sldChg chg="add">
        <pc:chgData name="Lee Barnby" userId="39f99d8d-e7e3-4c24-8daa-b8927982594d" providerId="ADAL" clId="{15510F1A-74FB-844F-A990-F0EBA1C4FD86}" dt="2022-10-10T10:02:36.725" v="0"/>
        <pc:sldMkLst>
          <pc:docMk/>
          <pc:sldMk cId="2983830067" sldId="296"/>
        </pc:sldMkLst>
      </pc:sldChg>
      <pc:sldChg chg="add">
        <pc:chgData name="Lee Barnby" userId="39f99d8d-e7e3-4c24-8daa-b8927982594d" providerId="ADAL" clId="{15510F1A-74FB-844F-A990-F0EBA1C4FD86}" dt="2022-10-10T10:02:36.725" v="0"/>
        <pc:sldMkLst>
          <pc:docMk/>
          <pc:sldMk cId="716642597" sldId="297"/>
        </pc:sldMkLst>
      </pc:sldChg>
      <pc:sldChg chg="add">
        <pc:chgData name="Lee Barnby" userId="39f99d8d-e7e3-4c24-8daa-b8927982594d" providerId="ADAL" clId="{15510F1A-74FB-844F-A990-F0EBA1C4FD86}" dt="2022-10-10T10:02:36.725" v="0"/>
        <pc:sldMkLst>
          <pc:docMk/>
          <pc:sldMk cId="348176491" sldId="298"/>
        </pc:sldMkLst>
      </pc:sldChg>
      <pc:sldChg chg="add">
        <pc:chgData name="Lee Barnby" userId="39f99d8d-e7e3-4c24-8daa-b8927982594d" providerId="ADAL" clId="{15510F1A-74FB-844F-A990-F0EBA1C4FD86}" dt="2022-10-10T10:02:36.725" v="0"/>
        <pc:sldMkLst>
          <pc:docMk/>
          <pc:sldMk cId="3463016114" sldId="299"/>
        </pc:sldMkLst>
      </pc:sldChg>
      <pc:sldChg chg="add">
        <pc:chgData name="Lee Barnby" userId="39f99d8d-e7e3-4c24-8daa-b8927982594d" providerId="ADAL" clId="{15510F1A-74FB-844F-A990-F0EBA1C4FD86}" dt="2022-10-10T10:02:36.725" v="0"/>
        <pc:sldMkLst>
          <pc:docMk/>
          <pc:sldMk cId="684612097" sldId="300"/>
        </pc:sldMkLst>
      </pc:sldChg>
    </pc:docChg>
  </pc:docChgLst>
  <pc:docChgLst>
    <pc:chgData name="Lee Barnby" userId="39f99d8d-e7e3-4c24-8daa-b8927982594d" providerId="ADAL" clId="{CD957418-C87D-5B4D-9D78-9D3286453618}"/>
    <pc:docChg chg="undo custSel modSld">
      <pc:chgData name="Lee Barnby" userId="39f99d8d-e7e3-4c24-8daa-b8927982594d" providerId="ADAL" clId="{CD957418-C87D-5B4D-9D78-9D3286453618}" dt="2024-10-07T12:47:27.565" v="2933" actId="962"/>
      <pc:docMkLst>
        <pc:docMk/>
      </pc:docMkLst>
      <pc:sldChg chg="modSp mod">
        <pc:chgData name="Lee Barnby" userId="39f99d8d-e7e3-4c24-8daa-b8927982594d" providerId="ADAL" clId="{CD957418-C87D-5B4D-9D78-9D3286453618}" dt="2024-10-07T12:26:51.078" v="1007" actId="962"/>
        <pc:sldMkLst>
          <pc:docMk/>
          <pc:sldMk cId="1755896282" sldId="258"/>
        </pc:sldMkLst>
        <pc:picChg chg="mod">
          <ac:chgData name="Lee Barnby" userId="39f99d8d-e7e3-4c24-8daa-b8927982594d" providerId="ADAL" clId="{CD957418-C87D-5B4D-9D78-9D3286453618}" dt="2024-10-07T12:26:39.874" v="979" actId="962"/>
          <ac:picMkLst>
            <pc:docMk/>
            <pc:sldMk cId="1755896282" sldId="258"/>
            <ac:picMk id="7" creationId="{00000000-0000-0000-0000-000000000000}"/>
          </ac:picMkLst>
        </pc:picChg>
        <pc:picChg chg="mod">
          <ac:chgData name="Lee Barnby" userId="39f99d8d-e7e3-4c24-8daa-b8927982594d" providerId="ADAL" clId="{CD957418-C87D-5B4D-9D78-9D3286453618}" dt="2024-10-07T12:26:51.078" v="1007" actId="962"/>
          <ac:picMkLst>
            <pc:docMk/>
            <pc:sldMk cId="1755896282" sldId="258"/>
            <ac:picMk id="8" creationId="{00000000-0000-0000-0000-000000000000}"/>
          </ac:picMkLst>
        </pc:picChg>
        <pc:picChg chg="mod">
          <ac:chgData name="Lee Barnby" userId="39f99d8d-e7e3-4c24-8daa-b8927982594d" providerId="ADAL" clId="{CD957418-C87D-5B4D-9D78-9D3286453618}" dt="2024-10-07T12:26:29.406" v="963" actId="962"/>
          <ac:picMkLst>
            <pc:docMk/>
            <pc:sldMk cId="1755896282" sldId="258"/>
            <ac:picMk id="11" creationId="{00000000-0000-0000-0000-000000000000}"/>
          </ac:picMkLst>
        </pc:picChg>
      </pc:sldChg>
      <pc:sldChg chg="addSp modSp mod">
        <pc:chgData name="Lee Barnby" userId="39f99d8d-e7e3-4c24-8daa-b8927982594d" providerId="ADAL" clId="{CD957418-C87D-5B4D-9D78-9D3286453618}" dt="2024-10-07T11:26:29.937" v="156" actId="113"/>
        <pc:sldMkLst>
          <pc:docMk/>
          <pc:sldMk cId="381966394" sldId="259"/>
        </pc:sldMkLst>
        <pc:spChg chg="mod">
          <ac:chgData name="Lee Barnby" userId="39f99d8d-e7e3-4c24-8daa-b8927982594d" providerId="ADAL" clId="{CD957418-C87D-5B4D-9D78-9D3286453618}" dt="2024-10-07T11:26:29.937" v="156" actId="113"/>
          <ac:spMkLst>
            <pc:docMk/>
            <pc:sldMk cId="381966394" sldId="259"/>
            <ac:spMk id="3" creationId="{00000000-0000-0000-0000-000000000000}"/>
          </ac:spMkLst>
        </pc:spChg>
        <pc:spChg chg="add mod">
          <ac:chgData name="Lee Barnby" userId="39f99d8d-e7e3-4c24-8daa-b8927982594d" providerId="ADAL" clId="{CD957418-C87D-5B4D-9D78-9D3286453618}" dt="2024-10-07T11:26:04.585" v="151" actId="20577"/>
          <ac:spMkLst>
            <pc:docMk/>
            <pc:sldMk cId="381966394" sldId="259"/>
            <ac:spMk id="7" creationId="{C5A6D876-6936-B147-1010-5DB0E657A244}"/>
          </ac:spMkLst>
        </pc:spChg>
      </pc:sldChg>
      <pc:sldChg chg="modSp mod">
        <pc:chgData name="Lee Barnby" userId="39f99d8d-e7e3-4c24-8daa-b8927982594d" providerId="ADAL" clId="{CD957418-C87D-5B4D-9D78-9D3286453618}" dt="2024-10-07T12:38:06.854" v="1009" actId="962"/>
        <pc:sldMkLst>
          <pc:docMk/>
          <pc:sldMk cId="2004841630" sldId="260"/>
        </pc:sldMkLst>
        <pc:picChg chg="mod">
          <ac:chgData name="Lee Barnby" userId="39f99d8d-e7e3-4c24-8daa-b8927982594d" providerId="ADAL" clId="{CD957418-C87D-5B4D-9D78-9D3286453618}" dt="2024-10-07T12:38:06.854" v="1009" actId="962"/>
          <ac:picMkLst>
            <pc:docMk/>
            <pc:sldMk cId="2004841630" sldId="260"/>
            <ac:picMk id="7" creationId="{00000000-0000-0000-0000-000000000000}"/>
          </ac:picMkLst>
        </pc:picChg>
      </pc:sldChg>
      <pc:sldChg chg="modSp mod">
        <pc:chgData name="Lee Barnby" userId="39f99d8d-e7e3-4c24-8daa-b8927982594d" providerId="ADAL" clId="{CD957418-C87D-5B4D-9D78-9D3286453618}" dt="2024-10-07T11:27:36.926" v="159" actId="5793"/>
        <pc:sldMkLst>
          <pc:docMk/>
          <pc:sldMk cId="968829180" sldId="264"/>
        </pc:sldMkLst>
        <pc:spChg chg="mod">
          <ac:chgData name="Lee Barnby" userId="39f99d8d-e7e3-4c24-8daa-b8927982594d" providerId="ADAL" clId="{CD957418-C87D-5B4D-9D78-9D3286453618}" dt="2024-10-07T11:27:36.926" v="159" actId="5793"/>
          <ac:spMkLst>
            <pc:docMk/>
            <pc:sldMk cId="968829180" sldId="264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CD957418-C87D-5B4D-9D78-9D3286453618}" dt="2024-10-07T12:38:58.870" v="1215" actId="962"/>
        <pc:sldMkLst>
          <pc:docMk/>
          <pc:sldMk cId="1870365578" sldId="266"/>
        </pc:sldMkLst>
        <pc:picChg chg="mod">
          <ac:chgData name="Lee Barnby" userId="39f99d8d-e7e3-4c24-8daa-b8927982594d" providerId="ADAL" clId="{CD957418-C87D-5B4D-9D78-9D3286453618}" dt="2024-10-07T12:38:58.870" v="1215" actId="962"/>
          <ac:picMkLst>
            <pc:docMk/>
            <pc:sldMk cId="1870365578" sldId="266"/>
            <ac:picMk id="7" creationId="{00000000-0000-0000-0000-000000000000}"/>
          </ac:picMkLst>
        </pc:picChg>
      </pc:sldChg>
      <pc:sldChg chg="addSp delSp modSp mod">
        <pc:chgData name="Lee Barnby" userId="39f99d8d-e7e3-4c24-8daa-b8927982594d" providerId="ADAL" clId="{CD957418-C87D-5B4D-9D78-9D3286453618}" dt="2024-10-07T12:39:19.007" v="1219" actId="962"/>
        <pc:sldMkLst>
          <pc:docMk/>
          <pc:sldMk cId="2122655987" sldId="269"/>
        </pc:sldMkLst>
        <pc:spChg chg="add del">
          <ac:chgData name="Lee Barnby" userId="39f99d8d-e7e3-4c24-8daa-b8927982594d" providerId="ADAL" clId="{CD957418-C87D-5B4D-9D78-9D3286453618}" dt="2024-10-07T12:39:15.700" v="1217" actId="22"/>
          <ac:spMkLst>
            <pc:docMk/>
            <pc:sldMk cId="2122655987" sldId="269"/>
            <ac:spMk id="9" creationId="{8CADC4EF-729A-A343-11AD-B55C25C2F666}"/>
          </ac:spMkLst>
        </pc:spChg>
        <pc:picChg chg="mod">
          <ac:chgData name="Lee Barnby" userId="39f99d8d-e7e3-4c24-8daa-b8927982594d" providerId="ADAL" clId="{CD957418-C87D-5B4D-9D78-9D3286453618}" dt="2024-10-07T12:39:19.007" v="1219" actId="962"/>
          <ac:picMkLst>
            <pc:docMk/>
            <pc:sldMk cId="2122655987" sldId="269"/>
            <ac:picMk id="7" creationId="{00000000-0000-0000-0000-000000000000}"/>
          </ac:picMkLst>
        </pc:picChg>
      </pc:sldChg>
      <pc:sldChg chg="modSp mod">
        <pc:chgData name="Lee Barnby" userId="39f99d8d-e7e3-4c24-8daa-b8927982594d" providerId="ADAL" clId="{CD957418-C87D-5B4D-9D78-9D3286453618}" dt="2024-10-07T11:28:41.808" v="160" actId="114"/>
        <pc:sldMkLst>
          <pc:docMk/>
          <pc:sldMk cId="1383152068" sldId="270"/>
        </pc:sldMkLst>
        <pc:spChg chg="mod">
          <ac:chgData name="Lee Barnby" userId="39f99d8d-e7e3-4c24-8daa-b8927982594d" providerId="ADAL" clId="{CD957418-C87D-5B4D-9D78-9D3286453618}" dt="2024-10-07T11:28:41.808" v="160" actId="114"/>
          <ac:spMkLst>
            <pc:docMk/>
            <pc:sldMk cId="1383152068" sldId="270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CD957418-C87D-5B4D-9D78-9D3286453618}" dt="2024-10-07T11:29:12.869" v="163" actId="207"/>
        <pc:sldMkLst>
          <pc:docMk/>
          <pc:sldMk cId="440801255" sldId="271"/>
        </pc:sldMkLst>
        <pc:spChg chg="mod">
          <ac:chgData name="Lee Barnby" userId="39f99d8d-e7e3-4c24-8daa-b8927982594d" providerId="ADAL" clId="{CD957418-C87D-5B4D-9D78-9D3286453618}" dt="2024-10-07T11:29:12.869" v="163" actId="207"/>
          <ac:spMkLst>
            <pc:docMk/>
            <pc:sldMk cId="440801255" sldId="271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CD957418-C87D-5B4D-9D78-9D3286453618}" dt="2024-10-07T11:29:33.829" v="164" actId="20577"/>
        <pc:sldMkLst>
          <pc:docMk/>
          <pc:sldMk cId="646332391" sldId="272"/>
        </pc:sldMkLst>
        <pc:spChg chg="mod">
          <ac:chgData name="Lee Barnby" userId="39f99d8d-e7e3-4c24-8daa-b8927982594d" providerId="ADAL" clId="{CD957418-C87D-5B4D-9D78-9D3286453618}" dt="2024-10-07T11:29:33.829" v="164" actId="20577"/>
          <ac:spMkLst>
            <pc:docMk/>
            <pc:sldMk cId="646332391" sldId="272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CD957418-C87D-5B4D-9D78-9D3286453618}" dt="2024-10-07T11:30:16.309" v="166" actId="207"/>
        <pc:sldMkLst>
          <pc:docMk/>
          <pc:sldMk cId="1519079839" sldId="274"/>
        </pc:sldMkLst>
        <pc:spChg chg="mod">
          <ac:chgData name="Lee Barnby" userId="39f99d8d-e7e3-4c24-8daa-b8927982594d" providerId="ADAL" clId="{CD957418-C87D-5B4D-9D78-9D3286453618}" dt="2024-10-07T11:30:16.309" v="166" actId="207"/>
          <ac:spMkLst>
            <pc:docMk/>
            <pc:sldMk cId="1519079839" sldId="274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CD957418-C87D-5B4D-9D78-9D3286453618}" dt="2024-10-07T12:40:55.647" v="1667" actId="962"/>
        <pc:sldMkLst>
          <pc:docMk/>
          <pc:sldMk cId="466089003" sldId="275"/>
        </pc:sldMkLst>
        <pc:spChg chg="mod">
          <ac:chgData name="Lee Barnby" userId="39f99d8d-e7e3-4c24-8daa-b8927982594d" providerId="ADAL" clId="{CD957418-C87D-5B4D-9D78-9D3286453618}" dt="2024-10-07T11:30:33.294" v="167" actId="114"/>
          <ac:spMkLst>
            <pc:docMk/>
            <pc:sldMk cId="466089003" sldId="275"/>
            <ac:spMk id="3" creationId="{00000000-0000-0000-0000-000000000000}"/>
          </ac:spMkLst>
        </pc:spChg>
        <pc:picChg chg="mod">
          <ac:chgData name="Lee Barnby" userId="39f99d8d-e7e3-4c24-8daa-b8927982594d" providerId="ADAL" clId="{CD957418-C87D-5B4D-9D78-9D3286453618}" dt="2024-10-07T12:40:55.647" v="1667" actId="962"/>
          <ac:picMkLst>
            <pc:docMk/>
            <pc:sldMk cId="466089003" sldId="275"/>
            <ac:picMk id="7" creationId="{00000000-0000-0000-0000-000000000000}"/>
          </ac:picMkLst>
        </pc:picChg>
      </pc:sldChg>
      <pc:sldChg chg="modSp mod">
        <pc:chgData name="Lee Barnby" userId="39f99d8d-e7e3-4c24-8daa-b8927982594d" providerId="ADAL" clId="{CD957418-C87D-5B4D-9D78-9D3286453618}" dt="2024-10-07T12:45:39.993" v="2591" actId="962"/>
        <pc:sldMkLst>
          <pc:docMk/>
          <pc:sldMk cId="1170481595" sldId="276"/>
        </pc:sldMkLst>
        <pc:picChg chg="mod">
          <ac:chgData name="Lee Barnby" userId="39f99d8d-e7e3-4c24-8daa-b8927982594d" providerId="ADAL" clId="{CD957418-C87D-5B4D-9D78-9D3286453618}" dt="2024-10-07T12:44:13.491" v="2091" actId="962"/>
          <ac:picMkLst>
            <pc:docMk/>
            <pc:sldMk cId="1170481595" sldId="276"/>
            <ac:picMk id="7" creationId="{00000000-0000-0000-0000-000000000000}"/>
          </ac:picMkLst>
        </pc:picChg>
        <pc:picChg chg="mod">
          <ac:chgData name="Lee Barnby" userId="39f99d8d-e7e3-4c24-8daa-b8927982594d" providerId="ADAL" clId="{CD957418-C87D-5B4D-9D78-9D3286453618}" dt="2024-10-07T12:45:39.993" v="2591" actId="962"/>
          <ac:picMkLst>
            <pc:docMk/>
            <pc:sldMk cId="1170481595" sldId="276"/>
            <ac:picMk id="8" creationId="{00000000-0000-0000-0000-000000000000}"/>
          </ac:picMkLst>
        </pc:picChg>
      </pc:sldChg>
      <pc:sldChg chg="modSp mod">
        <pc:chgData name="Lee Barnby" userId="39f99d8d-e7e3-4c24-8daa-b8927982594d" providerId="ADAL" clId="{CD957418-C87D-5B4D-9D78-9D3286453618}" dt="2024-10-07T12:47:27.565" v="2933" actId="962"/>
        <pc:sldMkLst>
          <pc:docMk/>
          <pc:sldMk cId="1722901943" sldId="277"/>
        </pc:sldMkLst>
        <pc:picChg chg="mod">
          <ac:chgData name="Lee Barnby" userId="39f99d8d-e7e3-4c24-8daa-b8927982594d" providerId="ADAL" clId="{CD957418-C87D-5B4D-9D78-9D3286453618}" dt="2024-10-07T12:47:27.565" v="2933" actId="962"/>
          <ac:picMkLst>
            <pc:docMk/>
            <pc:sldMk cId="1722901943" sldId="277"/>
            <ac:picMk id="7" creationId="{8E2F01D3-21D3-9147-B01F-F6309DF27AE5}"/>
          </ac:picMkLst>
        </pc:picChg>
      </pc:sldChg>
      <pc:sldChg chg="modSp mod">
        <pc:chgData name="Lee Barnby" userId="39f99d8d-e7e3-4c24-8daa-b8927982594d" providerId="ADAL" clId="{CD957418-C87D-5B4D-9D78-9D3286453618}" dt="2024-10-07T12:46:11.787" v="2595" actId="962"/>
        <pc:sldMkLst>
          <pc:docMk/>
          <pc:sldMk cId="2142422778" sldId="278"/>
        </pc:sldMkLst>
        <pc:picChg chg="mod">
          <ac:chgData name="Lee Barnby" userId="39f99d8d-e7e3-4c24-8daa-b8927982594d" providerId="ADAL" clId="{CD957418-C87D-5B4D-9D78-9D3286453618}" dt="2024-10-07T12:46:03.074" v="2593" actId="962"/>
          <ac:picMkLst>
            <pc:docMk/>
            <pc:sldMk cId="2142422778" sldId="278"/>
            <ac:picMk id="8" creationId="{00000000-0000-0000-0000-000000000000}"/>
          </ac:picMkLst>
        </pc:picChg>
        <pc:picChg chg="mod">
          <ac:chgData name="Lee Barnby" userId="39f99d8d-e7e3-4c24-8daa-b8927982594d" providerId="ADAL" clId="{CD957418-C87D-5B4D-9D78-9D3286453618}" dt="2024-10-07T12:46:11.787" v="2595" actId="962"/>
          <ac:picMkLst>
            <pc:docMk/>
            <pc:sldMk cId="2142422778" sldId="278"/>
            <ac:picMk id="9" creationId="{00000000-0000-0000-0000-000000000000}"/>
          </ac:picMkLst>
        </pc:picChg>
      </pc:sldChg>
      <pc:sldChg chg="modSp mod">
        <pc:chgData name="Lee Barnby" userId="39f99d8d-e7e3-4c24-8daa-b8927982594d" providerId="ADAL" clId="{CD957418-C87D-5B4D-9D78-9D3286453618}" dt="2024-10-07T12:21:38.907" v="169" actId="207"/>
        <pc:sldMkLst>
          <pc:docMk/>
          <pc:sldMk cId="780327137" sldId="279"/>
        </pc:sldMkLst>
        <pc:spChg chg="mod">
          <ac:chgData name="Lee Barnby" userId="39f99d8d-e7e3-4c24-8daa-b8927982594d" providerId="ADAL" clId="{CD957418-C87D-5B4D-9D78-9D3286453618}" dt="2024-10-07T12:21:38.907" v="169" actId="207"/>
          <ac:spMkLst>
            <pc:docMk/>
            <pc:sldMk cId="780327137" sldId="279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CD957418-C87D-5B4D-9D78-9D3286453618}" dt="2024-10-07T12:22:00.786" v="171" actId="114"/>
        <pc:sldMkLst>
          <pc:docMk/>
          <pc:sldMk cId="989564792" sldId="282"/>
        </pc:sldMkLst>
        <pc:spChg chg="mod">
          <ac:chgData name="Lee Barnby" userId="39f99d8d-e7e3-4c24-8daa-b8927982594d" providerId="ADAL" clId="{CD957418-C87D-5B4D-9D78-9D3286453618}" dt="2024-10-07T12:22:00.786" v="171" actId="114"/>
          <ac:spMkLst>
            <pc:docMk/>
            <pc:sldMk cId="989564792" sldId="282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CD957418-C87D-5B4D-9D78-9D3286453618}" dt="2024-10-07T12:22:51.178" v="174" actId="207"/>
        <pc:sldMkLst>
          <pc:docMk/>
          <pc:sldMk cId="1076754674" sldId="285"/>
        </pc:sldMkLst>
        <pc:spChg chg="mod">
          <ac:chgData name="Lee Barnby" userId="39f99d8d-e7e3-4c24-8daa-b8927982594d" providerId="ADAL" clId="{CD957418-C87D-5B4D-9D78-9D3286453618}" dt="2024-10-07T12:22:51.178" v="174" actId="207"/>
          <ac:spMkLst>
            <pc:docMk/>
            <pc:sldMk cId="1076754674" sldId="285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CD957418-C87D-5B4D-9D78-9D3286453618}" dt="2024-10-07T12:22:39.420" v="172" actId="962"/>
        <pc:sldMkLst>
          <pc:docMk/>
          <pc:sldMk cId="1458398157" sldId="287"/>
        </pc:sldMkLst>
        <pc:picChg chg="mod">
          <ac:chgData name="Lee Barnby" userId="39f99d8d-e7e3-4c24-8daa-b8927982594d" providerId="ADAL" clId="{CD957418-C87D-5B4D-9D78-9D3286453618}" dt="2024-10-07T12:22:39.420" v="172" actId="962"/>
          <ac:picMkLst>
            <pc:docMk/>
            <pc:sldMk cId="1458398157" sldId="287"/>
            <ac:picMk id="8" creationId="{00000000-0000-0000-0000-000000000000}"/>
          </ac:picMkLst>
        </pc:picChg>
      </pc:sldChg>
      <pc:sldChg chg="modSp mod">
        <pc:chgData name="Lee Barnby" userId="39f99d8d-e7e3-4c24-8daa-b8927982594d" providerId="ADAL" clId="{CD957418-C87D-5B4D-9D78-9D3286453618}" dt="2024-10-07T12:23:26.531" v="175" actId="207"/>
        <pc:sldMkLst>
          <pc:docMk/>
          <pc:sldMk cId="2983830067" sldId="296"/>
        </pc:sldMkLst>
        <pc:spChg chg="mod">
          <ac:chgData name="Lee Barnby" userId="39f99d8d-e7e3-4c24-8daa-b8927982594d" providerId="ADAL" clId="{CD957418-C87D-5B4D-9D78-9D3286453618}" dt="2024-10-07T12:23:26.531" v="175" actId="207"/>
          <ac:spMkLst>
            <pc:docMk/>
            <pc:sldMk cId="2983830067" sldId="296"/>
            <ac:spMk id="3" creationId="{A619B214-6EFE-4549-AADF-113DB174A91E}"/>
          </ac:spMkLst>
        </pc:spChg>
      </pc:sldChg>
      <pc:sldChg chg="modSp mod">
        <pc:chgData name="Lee Barnby" userId="39f99d8d-e7e3-4c24-8daa-b8927982594d" providerId="ADAL" clId="{CD957418-C87D-5B4D-9D78-9D3286453618}" dt="2024-10-07T11:20:05.389" v="1" actId="962"/>
        <pc:sldMkLst>
          <pc:docMk/>
          <pc:sldMk cId="348176491" sldId="298"/>
        </pc:sldMkLst>
        <pc:picChg chg="mod">
          <ac:chgData name="Lee Barnby" userId="39f99d8d-e7e3-4c24-8daa-b8927982594d" providerId="ADAL" clId="{CD957418-C87D-5B4D-9D78-9D3286453618}" dt="2024-10-07T11:20:05.389" v="1" actId="962"/>
          <ac:picMkLst>
            <pc:docMk/>
            <pc:sldMk cId="348176491" sldId="298"/>
            <ac:picMk id="8" creationId="{42463571-8FDC-F247-9AE4-1E94DC894960}"/>
          </ac:picMkLst>
        </pc:picChg>
      </pc:sldChg>
      <pc:sldChg chg="modSp mod">
        <pc:chgData name="Lee Barnby" userId="39f99d8d-e7e3-4c24-8daa-b8927982594d" providerId="ADAL" clId="{CD957418-C87D-5B4D-9D78-9D3286453618}" dt="2024-10-07T11:20:22.843" v="3" actId="962"/>
        <pc:sldMkLst>
          <pc:docMk/>
          <pc:sldMk cId="3463016114" sldId="299"/>
        </pc:sldMkLst>
        <pc:picChg chg="mod">
          <ac:chgData name="Lee Barnby" userId="39f99d8d-e7e3-4c24-8daa-b8927982594d" providerId="ADAL" clId="{CD957418-C87D-5B4D-9D78-9D3286453618}" dt="2024-10-07T11:20:22.843" v="3" actId="962"/>
          <ac:picMkLst>
            <pc:docMk/>
            <pc:sldMk cId="3463016114" sldId="299"/>
            <ac:picMk id="8" creationId="{91826554-0CAB-6548-8609-1F146AF408A7}"/>
          </ac:picMkLst>
        </pc:picChg>
      </pc:sldChg>
      <pc:sldChg chg="addSp modSp mod">
        <pc:chgData name="Lee Barnby" userId="39f99d8d-e7e3-4c24-8daa-b8927982594d" providerId="ADAL" clId="{CD957418-C87D-5B4D-9D78-9D3286453618}" dt="2024-10-07T11:24:15.561" v="78" actId="1076"/>
        <pc:sldMkLst>
          <pc:docMk/>
          <pc:sldMk cId="684612097" sldId="300"/>
        </pc:sldMkLst>
        <pc:spChg chg="add mod">
          <ac:chgData name="Lee Barnby" userId="39f99d8d-e7e3-4c24-8daa-b8927982594d" providerId="ADAL" clId="{CD957418-C87D-5B4D-9D78-9D3286453618}" dt="2024-10-07T11:24:15.561" v="78" actId="1076"/>
          <ac:spMkLst>
            <pc:docMk/>
            <pc:sldMk cId="684612097" sldId="300"/>
            <ac:spMk id="9" creationId="{5845E7A8-A701-BECA-32F5-D933EB858FA0}"/>
          </ac:spMkLst>
        </pc:spChg>
      </pc:sldChg>
    </pc:docChg>
  </pc:docChgLst>
  <pc:docChgLst>
    <pc:chgData name="Lee Barnby" userId="39f99d8d-e7e3-4c24-8daa-b8927982594d" providerId="ADAL" clId="{1A773F61-5057-124E-BD3F-3A1D77E91779}"/>
    <pc:docChg chg="custSel modSld">
      <pc:chgData name="Lee Barnby" userId="39f99d8d-e7e3-4c24-8daa-b8927982594d" providerId="ADAL" clId="{1A773F61-5057-124E-BD3F-3A1D77E91779}" dt="2021-10-11T07:24:03.998" v="5" actId="20577"/>
      <pc:docMkLst>
        <pc:docMk/>
      </pc:docMkLst>
      <pc:sldChg chg="delSp mod">
        <pc:chgData name="Lee Barnby" userId="39f99d8d-e7e3-4c24-8daa-b8927982594d" providerId="ADAL" clId="{1A773F61-5057-124E-BD3F-3A1D77E91779}" dt="2021-10-11T07:16:50.974" v="0" actId="478"/>
        <pc:sldMkLst>
          <pc:docMk/>
          <pc:sldMk cId="434195563" sldId="261"/>
        </pc:sldMkLst>
        <pc:spChg chg="del">
          <ac:chgData name="Lee Barnby" userId="39f99d8d-e7e3-4c24-8daa-b8927982594d" providerId="ADAL" clId="{1A773F61-5057-124E-BD3F-3A1D77E91779}" dt="2021-10-11T07:16:50.974" v="0" actId="478"/>
          <ac:spMkLst>
            <pc:docMk/>
            <pc:sldMk cId="434195563" sldId="261"/>
            <ac:spMk id="8" creationId="{00000000-0000-0000-0000-000000000000}"/>
          </ac:spMkLst>
        </pc:spChg>
      </pc:sldChg>
      <pc:sldChg chg="modSp mod">
        <pc:chgData name="Lee Barnby" userId="39f99d8d-e7e3-4c24-8daa-b8927982594d" providerId="ADAL" clId="{1A773F61-5057-124E-BD3F-3A1D77E91779}" dt="2021-10-11T07:17:44.642" v="1" actId="20577"/>
        <pc:sldMkLst>
          <pc:docMk/>
          <pc:sldMk cId="968829180" sldId="264"/>
        </pc:sldMkLst>
        <pc:spChg chg="mod">
          <ac:chgData name="Lee Barnby" userId="39f99d8d-e7e3-4c24-8daa-b8927982594d" providerId="ADAL" clId="{1A773F61-5057-124E-BD3F-3A1D77E91779}" dt="2021-10-11T07:17:44.642" v="1" actId="20577"/>
          <ac:spMkLst>
            <pc:docMk/>
            <pc:sldMk cId="968829180" sldId="264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1A773F61-5057-124E-BD3F-3A1D77E91779}" dt="2021-10-11T07:18:29.575" v="2" actId="113"/>
        <pc:sldMkLst>
          <pc:docMk/>
          <pc:sldMk cId="1870365578" sldId="266"/>
        </pc:sldMkLst>
        <pc:spChg chg="mod">
          <ac:chgData name="Lee Barnby" userId="39f99d8d-e7e3-4c24-8daa-b8927982594d" providerId="ADAL" clId="{1A773F61-5057-124E-BD3F-3A1D77E91779}" dt="2021-10-11T07:18:29.575" v="2" actId="113"/>
          <ac:spMkLst>
            <pc:docMk/>
            <pc:sldMk cId="1870365578" sldId="266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1A773F61-5057-124E-BD3F-3A1D77E91779}" dt="2021-10-11T07:18:39.616" v="3" actId="114"/>
        <pc:sldMkLst>
          <pc:docMk/>
          <pc:sldMk cId="1703097573" sldId="267"/>
        </pc:sldMkLst>
        <pc:spChg chg="mod">
          <ac:chgData name="Lee Barnby" userId="39f99d8d-e7e3-4c24-8daa-b8927982594d" providerId="ADAL" clId="{1A773F61-5057-124E-BD3F-3A1D77E91779}" dt="2021-10-11T07:18:39.616" v="3" actId="114"/>
          <ac:spMkLst>
            <pc:docMk/>
            <pc:sldMk cId="1703097573" sldId="267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1A773F61-5057-124E-BD3F-3A1D77E91779}" dt="2021-10-11T07:20:50.098" v="4" actId="20577"/>
        <pc:sldMkLst>
          <pc:docMk/>
          <pc:sldMk cId="242169763" sldId="273"/>
        </pc:sldMkLst>
        <pc:spChg chg="mod">
          <ac:chgData name="Lee Barnby" userId="39f99d8d-e7e3-4c24-8daa-b8927982594d" providerId="ADAL" clId="{1A773F61-5057-124E-BD3F-3A1D77E91779}" dt="2021-10-11T07:20:50.098" v="4" actId="20577"/>
          <ac:spMkLst>
            <pc:docMk/>
            <pc:sldMk cId="242169763" sldId="273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1A773F61-5057-124E-BD3F-3A1D77E91779}" dt="2021-10-11T07:24:03.998" v="5" actId="20577"/>
        <pc:sldMkLst>
          <pc:docMk/>
          <pc:sldMk cId="585706421" sldId="284"/>
        </pc:sldMkLst>
        <pc:spChg chg="mod">
          <ac:chgData name="Lee Barnby" userId="39f99d8d-e7e3-4c24-8daa-b8927982594d" providerId="ADAL" clId="{1A773F61-5057-124E-BD3F-3A1D77E91779}" dt="2021-10-11T07:24:03.998" v="5" actId="20577"/>
          <ac:spMkLst>
            <pc:docMk/>
            <pc:sldMk cId="585706421" sldId="284"/>
            <ac:spMk id="3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21T07:18:37.7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27292 3659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2FD0A-8C85-2341-8049-1E6522B17084}" type="datetimeFigureOut">
              <a:rPr lang="en-US" smtClean="0"/>
              <a:t>10/7/24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E91AB-7CEE-4F42-885A-AA6627AD1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6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5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3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3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1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3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0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Hypothesis testing and multiple populations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err="1"/>
              <a:t>Dr</a:t>
            </a:r>
            <a:r>
              <a:rPr lang="en-US" i="1" dirty="0"/>
              <a:t> Lee Barnby </a:t>
            </a:r>
          </a:p>
          <a:p>
            <a:r>
              <a:rPr lang="en-US" dirty="0"/>
              <a:t>School of Computing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36795" y="5349875"/>
            <a:ext cx="399019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7MA505</a:t>
            </a:r>
            <a:r>
              <a:rPr lang="en-US" sz="2400" dirty="0"/>
              <a:t> Statistical Techniques</a:t>
            </a:r>
          </a:p>
          <a:p>
            <a:r>
              <a:rPr lang="en-US" sz="2400" dirty="0"/>
              <a:t>Week 3, Autumn Semester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AFDE7D-B018-D04D-AEC4-9C3B9DFF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63" y="4918844"/>
            <a:ext cx="3428990" cy="153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5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400" dirty="0"/>
              <a:t>Confidence Intervals </a:t>
            </a:r>
          </a:p>
          <a:p>
            <a:pPr lvl="1"/>
            <a:r>
              <a:rPr lang="en-US" sz="4000" dirty="0"/>
              <a:t>When </a:t>
            </a:r>
            <a:r>
              <a:rPr lang="el-GR" sz="4400" i="1" dirty="0"/>
              <a:t>σ</a:t>
            </a:r>
            <a:r>
              <a:rPr lang="en-GB" sz="4400" i="1" dirty="0"/>
              <a:t> </a:t>
            </a:r>
            <a:r>
              <a:rPr lang="en-GB" sz="4400" dirty="0"/>
              <a:t>is unknown</a:t>
            </a:r>
            <a:endParaRPr lang="en-US" sz="4000" dirty="0"/>
          </a:p>
          <a:p>
            <a:pPr lvl="1"/>
            <a:r>
              <a:rPr lang="en-US" sz="4000" dirty="0"/>
              <a:t>For 2 populations</a:t>
            </a:r>
          </a:p>
          <a:p>
            <a:r>
              <a:rPr lang="en-US" sz="4400" dirty="0"/>
              <a:t>Hypothesis testing</a:t>
            </a:r>
          </a:p>
          <a:p>
            <a:pPr lvl="1"/>
            <a:r>
              <a:rPr lang="en-US" sz="4000" dirty="0"/>
              <a:t>Single populations</a:t>
            </a:r>
          </a:p>
          <a:p>
            <a:pPr lvl="1"/>
            <a:r>
              <a:rPr lang="en-US" sz="4000" dirty="0">
                <a:effectLst/>
              </a:rPr>
              <a:t>Two-sample inference</a:t>
            </a:r>
          </a:p>
          <a:p>
            <a:pPr lvl="1"/>
            <a:r>
              <a:rPr lang="en-US" sz="4000" dirty="0"/>
              <a:t>Paired data</a:t>
            </a:r>
            <a:endParaRPr lang="en-US" sz="4000" dirty="0">
              <a:effectLst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17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1506-FABF-D146-8DD2-863C7D0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 when </a:t>
            </a:r>
            <a:r>
              <a:rPr lang="el-GR" i="1" dirty="0"/>
              <a:t>σ</a:t>
            </a:r>
            <a:r>
              <a:rPr lang="en-GB" i="1" dirty="0"/>
              <a:t> </a:t>
            </a:r>
            <a:r>
              <a:rPr lang="en-GB" dirty="0"/>
              <a:t>is unknown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9B214-6EFE-4549-AADF-113DB174A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Almost always the case that </a:t>
            </a:r>
            <a:r>
              <a:rPr lang="el-GR" i="1" dirty="0"/>
              <a:t>σ</a:t>
            </a:r>
            <a:r>
              <a:rPr lang="en-GB" i="1" dirty="0"/>
              <a:t> </a:t>
            </a:r>
            <a:r>
              <a:rPr lang="en-GB" dirty="0"/>
              <a:t> is unknown and must be </a:t>
            </a:r>
            <a:r>
              <a:rPr lang="en-GB" i="1" dirty="0"/>
              <a:t>estimated</a:t>
            </a:r>
            <a:r>
              <a:rPr lang="en-GB" dirty="0"/>
              <a:t> using the sample standard deviation </a:t>
            </a:r>
            <a:r>
              <a:rPr lang="en-GB" i="1" dirty="0"/>
              <a:t>s</a:t>
            </a:r>
          </a:p>
          <a:p>
            <a:endParaRPr lang="en-GB" dirty="0"/>
          </a:p>
          <a:p>
            <a:r>
              <a:rPr lang="en-GB" dirty="0"/>
              <a:t>The value 1.96 in the (95%) confidence interval is replaced by a new quantity, denoted </a:t>
            </a:r>
            <a:r>
              <a:rPr lang="en-GB" i="1" dirty="0"/>
              <a:t>t</a:t>
            </a:r>
            <a:r>
              <a:rPr lang="en-GB" baseline="-25000" dirty="0"/>
              <a:t>0.025</a:t>
            </a:r>
          </a:p>
          <a:p>
            <a:endParaRPr lang="en-US" baseline="-25000" dirty="0"/>
          </a:p>
          <a:p>
            <a:r>
              <a:rPr lang="en-US" dirty="0"/>
              <a:t>The 95% confidence interval for an unknown </a:t>
            </a:r>
            <a:r>
              <a:rPr lang="el-GR" i="1" dirty="0"/>
              <a:t>σ</a:t>
            </a:r>
            <a:r>
              <a:rPr lang="en-GB" i="1" dirty="0"/>
              <a:t> </a:t>
            </a:r>
            <a:r>
              <a:rPr lang="en-GB" dirty="0"/>
              <a:t>is</a:t>
            </a:r>
          </a:p>
          <a:p>
            <a:pPr lvl="1"/>
            <a:r>
              <a:rPr lang="en-GB" i="1" dirty="0">
                <a:solidFill>
                  <a:schemeClr val="accent3">
                    <a:lumMod val="75000"/>
                  </a:schemeClr>
                </a:solidFill>
              </a:rPr>
              <a:t>x̅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 ± </a:t>
            </a:r>
            <a:r>
              <a:rPr lang="en-GB" i="1" dirty="0">
                <a:solidFill>
                  <a:schemeClr val="accent3">
                    <a:lumMod val="75000"/>
                  </a:schemeClr>
                </a:solidFill>
              </a:rPr>
              <a:t>t</a:t>
            </a:r>
            <a:r>
              <a:rPr lang="en-GB" baseline="-25000" dirty="0">
                <a:solidFill>
                  <a:schemeClr val="accent3">
                    <a:lumMod val="75000"/>
                  </a:schemeClr>
                </a:solidFill>
              </a:rPr>
              <a:t>0.025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 x s/√n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30A10-8FF9-974D-9660-580E3A8BF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BB037-47F1-634D-839F-36F565947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0E45C-3874-6548-AABD-66FEF983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30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0DCD8-54EA-3840-874A-ED8A96CD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Student’s </a:t>
            </a:r>
            <a:r>
              <a:rPr lang="en-US" i="1" dirty="0"/>
              <a:t>t</a:t>
            </a:r>
            <a:r>
              <a:rPr lang="en-US" dirty="0"/>
              <a:t>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415A1-EA21-C04E-9BDD-2ABF0ACCC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6717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William Sealy </a:t>
            </a:r>
            <a:r>
              <a:rPr lang="en-GB" dirty="0" err="1"/>
              <a:t>Gosset</a:t>
            </a:r>
            <a:r>
              <a:rPr lang="en-GB" dirty="0"/>
              <a:t> published this distribution in 1908. He was working in Guinness’s brewery in Dublin. He published with the pseudonym, </a:t>
            </a:r>
            <a:r>
              <a:rPr lang="en-GB" b="1" dirty="0"/>
              <a:t>Student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Closely related to the standard normal distribution Z </a:t>
            </a:r>
          </a:p>
          <a:p>
            <a:pPr lvl="1"/>
            <a:r>
              <a:rPr lang="en-GB" dirty="0"/>
              <a:t>Symmetric and bell-shaped</a:t>
            </a:r>
          </a:p>
          <a:p>
            <a:pPr lvl="1"/>
            <a:r>
              <a:rPr lang="en-GB" dirty="0"/>
              <a:t>Has a mean = 0 but has a larger standard deviation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Exact shape depends on a parameter called </a:t>
            </a:r>
            <a:r>
              <a:rPr lang="en-GB" dirty="0">
                <a:solidFill>
                  <a:srgbClr val="C00000"/>
                </a:solidFill>
              </a:rPr>
              <a:t>degrees of freedom </a:t>
            </a:r>
            <a:r>
              <a:rPr lang="en-GB" dirty="0"/>
              <a:t>(df) which is related to the sample size</a:t>
            </a:r>
          </a:p>
          <a:p>
            <a:pPr lvl="1"/>
            <a:r>
              <a:rPr lang="en-GB" dirty="0"/>
              <a:t>In this context	 </a:t>
            </a:r>
            <a:r>
              <a:rPr lang="en-GB" i="1" dirty="0">
                <a:solidFill>
                  <a:srgbClr val="C00000"/>
                </a:solidFill>
              </a:rPr>
              <a:t>df = n - 1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D0215-512E-2F4D-9F20-0366F8F92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D31BE-E0B2-C947-8360-8DF0511D1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E98CF-36DA-6548-966D-882C87CE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642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8E76-A8A5-9646-B933-0D63ECDB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Normal and t distributions</a:t>
            </a:r>
          </a:p>
        </p:txBody>
      </p:sp>
      <p:pic>
        <p:nvPicPr>
          <p:cNvPr id="8" name="Content Placeholder 7" descr="The Normal distribution compared to Student’s t distribution for two values of the number of degrees of freedom parameter, df. df=10 shown in red is quite close to the normal distribution by eye although with detectable differences. df=3 is notable different with a lower peak and much wider tails. The value s3 and 10 are just illustrative">
            <a:extLst>
              <a:ext uri="{FF2B5EF4-FFF2-40B4-BE49-F238E27FC236}">
                <a16:creationId xmlns:a16="http://schemas.microsoft.com/office/drawing/2014/main" id="{42463571-8FDC-F247-9AE4-1E94DC894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4387" y="1825625"/>
            <a:ext cx="5843225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9B02F-665D-FC47-AF83-17C5635E9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6A98A-3BF1-CC41-9A74-2F3419766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4E637-7C17-FD4E-9B7D-79978B333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6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E7448-205D-E34B-BD6E-C8D3B69B0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</a:t>
            </a:r>
            <a:r>
              <a:rPr lang="en-US" i="1" dirty="0"/>
              <a:t>t</a:t>
            </a:r>
            <a:r>
              <a:rPr lang="en-US" baseline="-25000" dirty="0"/>
              <a:t>0.025</a:t>
            </a:r>
            <a:r>
              <a:rPr lang="en-US" dirty="0"/>
              <a:t> values</a:t>
            </a:r>
          </a:p>
        </p:txBody>
      </p:sp>
      <p:pic>
        <p:nvPicPr>
          <p:cNvPr id="8" name="Content Placeholder 7" descr="Schematic of a t distribution with the highest and lowest 2.5% of the distribution shaded red and lablled with limits  t_0.025 and minus t_0.025">
            <a:extLst>
              <a:ext uri="{FF2B5EF4-FFF2-40B4-BE49-F238E27FC236}">
                <a16:creationId xmlns:a16="http://schemas.microsoft.com/office/drawing/2014/main" id="{91826554-0CAB-6548-8609-1F146AF408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8071" y="1825625"/>
            <a:ext cx="7755857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59269-6417-0243-8411-BC7102F6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DC872-0CB9-B345-84F1-CB6B8EA2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F288A-2A5A-C04C-8F12-7020A6655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1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3F92-5239-554C-8A51-4AE06B71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D0419-6D48-FE49-A486-4080DB16F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30" y="3158370"/>
            <a:ext cx="8162769" cy="2993192"/>
          </a:xfrm>
        </p:spPr>
        <p:txBody>
          <a:bodyPr/>
          <a:lstStyle/>
          <a:p>
            <a:r>
              <a:rPr lang="en-US" i="1" dirty="0"/>
              <a:t>x</a:t>
            </a:r>
            <a:r>
              <a:rPr lang="en-US" dirty="0"/>
              <a:t>̅ = 490.96,  s = 10.783 mg per tablet</a:t>
            </a:r>
          </a:p>
          <a:p>
            <a:r>
              <a:rPr lang="en-GB" i="1" dirty="0"/>
              <a:t>t</a:t>
            </a:r>
            <a:r>
              <a:rPr lang="en-GB" baseline="-25000" dirty="0"/>
              <a:t>0.025</a:t>
            </a:r>
            <a:r>
              <a:rPr lang="en-GB" dirty="0"/>
              <a:t> for df = </a:t>
            </a:r>
            <a:r>
              <a:rPr lang="en-GB" dirty="0">
                <a:solidFill>
                  <a:srgbClr val="C00000"/>
                </a:solidFill>
              </a:rPr>
              <a:t>25</a:t>
            </a:r>
            <a:r>
              <a:rPr lang="en-GB" dirty="0"/>
              <a:t> is 2.06</a:t>
            </a:r>
          </a:p>
          <a:p>
            <a:r>
              <a:rPr lang="en-GB" dirty="0"/>
              <a:t>So x</a:t>
            </a:r>
            <a:r>
              <a:rPr lang="en-GB" i="1" dirty="0"/>
              <a:t>̅</a:t>
            </a:r>
            <a:r>
              <a:rPr lang="en-GB" dirty="0"/>
              <a:t> ± </a:t>
            </a:r>
            <a:r>
              <a:rPr lang="en-GB" i="1" dirty="0"/>
              <a:t>t</a:t>
            </a:r>
            <a:r>
              <a:rPr lang="en-GB" baseline="-25000" dirty="0"/>
              <a:t>0.025</a:t>
            </a:r>
            <a:r>
              <a:rPr lang="en-GB" dirty="0"/>
              <a:t> × </a:t>
            </a:r>
            <a:r>
              <a:rPr lang="en-GB" i="1" dirty="0"/>
              <a:t>s</a:t>
            </a:r>
            <a:r>
              <a:rPr lang="en-GB" dirty="0"/>
              <a:t>/√</a:t>
            </a:r>
            <a:r>
              <a:rPr lang="en-GB" i="1" dirty="0"/>
              <a:t>n</a:t>
            </a:r>
            <a:r>
              <a:rPr lang="en-GB" dirty="0"/>
              <a:t> = 490.096 ± 2.06 × 10.783/√26</a:t>
            </a:r>
            <a:br>
              <a:rPr lang="en-US" dirty="0"/>
            </a:br>
            <a:r>
              <a:rPr lang="en-US" dirty="0"/>
              <a:t>			  = 490.096 ± 4.356</a:t>
            </a:r>
          </a:p>
          <a:p>
            <a:r>
              <a:rPr lang="en-US" dirty="0"/>
              <a:t>Batch potency lies between </a:t>
            </a:r>
            <a:r>
              <a:rPr lang="en-GB" dirty="0"/>
              <a:t>485.74 and 494.45 mg per tablet.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FEDAF-60D2-9440-B6CE-3D6F2F38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B30B6-006B-0C43-83C6-16000B22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8DE55-3423-494E-84FF-E5519908D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88728-224B-DE49-85EE-8014EC069FC7}"/>
              </a:ext>
            </a:extLst>
          </p:cNvPr>
          <p:cNvSpPr txBox="1"/>
          <p:nvPr/>
        </p:nvSpPr>
        <p:spPr>
          <a:xfrm>
            <a:off x="6880485" y="2027222"/>
            <a:ext cx="49617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26 measurements of the potency of a single batch of tablets in mg </a:t>
            </a:r>
          </a:p>
          <a:p>
            <a:endParaRPr lang="en-US" sz="2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25063E8-F598-FACF-35CD-013361EDB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64945"/>
              </p:ext>
            </p:extLst>
          </p:nvPr>
        </p:nvGraphicFramePr>
        <p:xfrm>
          <a:off x="3714231" y="594555"/>
          <a:ext cx="8127999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10093771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79092379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7694270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2396526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88176495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0576555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08954162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1922028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172890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498.38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489.31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450.40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495.24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490.17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483.20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488.47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497.71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503.41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283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482.25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488.14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492.22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483.96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473.93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463.40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493.65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499.48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496.05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79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494.54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508.58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488.42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463.68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492.46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489.45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491.57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489.33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3135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845E7A8-A701-BECA-32F5-D933EB858FA0}"/>
              </a:ext>
            </a:extLst>
          </p:cNvPr>
          <p:cNvSpPr txBox="1"/>
          <p:nvPr/>
        </p:nvSpPr>
        <p:spPr>
          <a:xfrm>
            <a:off x="9235748" y="3429000"/>
            <a:ext cx="2508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Value can be generated in R with:</a:t>
            </a:r>
            <a:br>
              <a:rPr lang="en-GB" dirty="0"/>
            </a:br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Lucida Sans Typewriter" panose="020B0509030504030204" pitchFamily="49" charset="77"/>
              </a:rPr>
              <a:t>&gt;qt(0.025, 25)</a:t>
            </a:r>
            <a:br>
              <a:rPr lang="en-GB" dirty="0">
                <a:solidFill>
                  <a:schemeClr val="accent5">
                    <a:lumMod val="75000"/>
                  </a:schemeClr>
                </a:solidFill>
                <a:latin typeface="Lucida Sans Typewriter" panose="020B0509030504030204" pitchFamily="49" charset="77"/>
              </a:rPr>
            </a:br>
            <a:r>
              <a:rPr lang="en-GB" dirty="0">
                <a:latin typeface="Lucida Sans Typewriter" panose="020B0509030504030204" pitchFamily="49" charset="77"/>
              </a:rPr>
              <a:t>-2.059539</a:t>
            </a:r>
          </a:p>
        </p:txBody>
      </p:sp>
    </p:spTree>
    <p:extLst>
      <p:ext uri="{BB962C8B-B14F-4D97-AF65-F5344CB8AC3E}">
        <p14:creationId xmlns:p14="http://schemas.microsoft.com/office/powerpoint/2010/main" val="684612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intervals for 2 populations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have two independent variables </a:t>
            </a:r>
            <a:r>
              <a:rPr lang="en-US" i="1" dirty="0">
                <a:solidFill>
                  <a:srgbClr val="2D32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baseline="-25000" dirty="0">
                <a:solidFill>
                  <a:srgbClr val="2D32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rgbClr val="2D32E3"/>
                </a:solidFill>
              </a:rPr>
              <a:t> </a:t>
            </a:r>
            <a:r>
              <a:rPr lang="en-US" dirty="0"/>
              <a:t>and </a:t>
            </a:r>
            <a:r>
              <a:rPr lang="en-US" i="1" dirty="0">
                <a:solidFill>
                  <a:srgbClr val="2D32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solidFill>
                  <a:srgbClr val="2D32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2D32E3"/>
                </a:solidFill>
              </a:rPr>
              <a:t> </a:t>
            </a:r>
            <a:r>
              <a:rPr lang="en-US" dirty="0"/>
              <a:t>which are normally distributed: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Then, for a </a:t>
            </a:r>
            <a:r>
              <a:rPr lang="en-US" i="1" dirty="0"/>
              <a:t>linear</a:t>
            </a:r>
            <a:r>
              <a:rPr lang="en-US" dirty="0"/>
              <a:t> combination </a:t>
            </a:r>
            <a:r>
              <a:rPr lang="en-US" i="1" dirty="0">
                <a:solidFill>
                  <a:srgbClr val="2D32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baseline="-25000" dirty="0">
                <a:solidFill>
                  <a:srgbClr val="2D32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rgbClr val="2D32E3"/>
                </a:solidFill>
              </a:rPr>
              <a:t> + </a:t>
            </a:r>
            <a:r>
              <a:rPr lang="en-US" i="1" dirty="0">
                <a:solidFill>
                  <a:srgbClr val="2D32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en-US" baseline="-25000" dirty="0">
                <a:solidFill>
                  <a:srgbClr val="2D32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2D32E3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 descr="Expression for the Normal distribution wfor x1 with mean mu1 and variance sigma1 squared divided by n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2993838"/>
            <a:ext cx="3683000" cy="520700"/>
          </a:xfrm>
          <a:prstGeom prst="rect">
            <a:avLst/>
          </a:prstGeom>
        </p:spPr>
      </p:pic>
      <p:pic>
        <p:nvPicPr>
          <p:cNvPr id="8" name="Picture 7" descr="Expression for the Normal distribution wfor x2 with mean mu2 and variance sigma2 squared divided by n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550" y="2993838"/>
            <a:ext cx="3683000" cy="520700"/>
          </a:xfrm>
          <a:prstGeom prst="rect">
            <a:avLst/>
          </a:prstGeom>
        </p:spPr>
      </p:pic>
      <p:pic>
        <p:nvPicPr>
          <p:cNvPr id="11" name="Picture 10" descr="Expression for a linear combination ax1 and bx2, with a combined mean a time mu1 + b time mu2, and variance, that is the wieghted quadrature sum of the variances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024" y="5131921"/>
            <a:ext cx="9906000" cy="520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76965" y="6078071"/>
            <a:ext cx="881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Eqn</a:t>
            </a:r>
            <a:r>
              <a:rPr lang="en-US" dirty="0"/>
              <a:t> 3.1</a:t>
            </a:r>
          </a:p>
        </p:txBody>
      </p:sp>
    </p:spTree>
    <p:extLst>
      <p:ext uri="{BB962C8B-B14F-4D97-AF65-F5344CB8AC3E}">
        <p14:creationId xmlns:p14="http://schemas.microsoft.com/office/powerpoint/2010/main" val="1755896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2-population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task-based work study measured the time that a random sample of </a:t>
            </a:r>
            <a:r>
              <a:rPr lang="en-US" b="1" dirty="0"/>
              <a:t>40</a:t>
            </a:r>
            <a:r>
              <a:rPr lang="en-US" dirty="0"/>
              <a:t> employees under the age of 35 took to complete a job and a random sample of </a:t>
            </a:r>
            <a:r>
              <a:rPr lang="en-US" b="1" dirty="0"/>
              <a:t>36</a:t>
            </a:r>
            <a:r>
              <a:rPr lang="en-US" dirty="0"/>
              <a:t> employees over that age</a:t>
            </a:r>
          </a:p>
          <a:p>
            <a:r>
              <a:rPr lang="en-US" dirty="0"/>
              <a:t>Results were:</a:t>
            </a:r>
          </a:p>
          <a:p>
            <a:pPr lvl="1"/>
            <a:r>
              <a:rPr lang="en-US" i="1" dirty="0"/>
              <a:t>Under 35 </a:t>
            </a:r>
            <a:r>
              <a:rPr lang="mr-IN" dirty="0"/>
              <a:t>–</a:t>
            </a:r>
            <a:r>
              <a:rPr lang="en-US" dirty="0"/>
              <a:t> mean time = </a:t>
            </a:r>
            <a:r>
              <a:rPr lang="en-US" b="1" dirty="0"/>
              <a:t>51</a:t>
            </a:r>
            <a:r>
              <a:rPr lang="en-US" dirty="0"/>
              <a:t> minutes,</a:t>
            </a:r>
            <a:br>
              <a:rPr lang="en-US" dirty="0"/>
            </a:br>
            <a:r>
              <a:rPr lang="en-US" dirty="0"/>
              <a:t>population standard deviation = </a:t>
            </a:r>
            <a:r>
              <a:rPr lang="en-US" b="1" dirty="0"/>
              <a:t>5</a:t>
            </a:r>
            <a:r>
              <a:rPr lang="en-US" dirty="0"/>
              <a:t> minutes</a:t>
            </a:r>
          </a:p>
          <a:p>
            <a:pPr lvl="1"/>
            <a:r>
              <a:rPr lang="en-US" i="1" dirty="0"/>
              <a:t>Over 35 </a:t>
            </a:r>
            <a:r>
              <a:rPr lang="en-US" dirty="0"/>
              <a:t>- mean time </a:t>
            </a:r>
            <a:r>
              <a:rPr lang="en-US" b="1" dirty="0"/>
              <a:t>48</a:t>
            </a:r>
            <a:r>
              <a:rPr lang="en-US" dirty="0"/>
              <a:t> minutes,</a:t>
            </a:r>
            <a:br>
              <a:rPr lang="en-US" dirty="0"/>
            </a:br>
            <a:r>
              <a:rPr lang="en-US" dirty="0"/>
              <a:t>population standard deviation = </a:t>
            </a:r>
            <a:r>
              <a:rPr lang="en-US" b="1" dirty="0"/>
              <a:t>7</a:t>
            </a:r>
            <a:r>
              <a:rPr lang="en-US" dirty="0"/>
              <a:t> minutes</a:t>
            </a:r>
          </a:p>
          <a:p>
            <a:r>
              <a:rPr lang="en-US" dirty="0"/>
              <a:t>Calculate a </a:t>
            </a:r>
            <a:r>
              <a:rPr lang="en-US" i="1" dirty="0"/>
              <a:t>98% confidence level </a:t>
            </a:r>
            <a:r>
              <a:rPr lang="en-US" dirty="0"/>
              <a:t>for the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difference</a:t>
            </a:r>
            <a:r>
              <a:rPr lang="en-US" dirty="0"/>
              <a:t> between the average time taken by the two groups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6D876-6936-B147-1010-5DB0E657A244}"/>
              </a:ext>
            </a:extLst>
          </p:cNvPr>
          <p:cNvSpPr txBox="1"/>
          <p:nvPr/>
        </p:nvSpPr>
        <p:spPr>
          <a:xfrm>
            <a:off x="9947190" y="3608172"/>
            <a:ext cx="20512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 simplicity we will assume that we could measure </a:t>
            </a:r>
            <a:r>
              <a:rPr lang="el-GR" i="1" dirty="0"/>
              <a:t>σ</a:t>
            </a:r>
            <a:r>
              <a:rPr lang="en-GB" i="1" dirty="0"/>
              <a:t> 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966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2-population calculation </a:t>
            </a:r>
            <a:r>
              <a:rPr lang="en-US" sz="3200" dirty="0"/>
              <a:t>cont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86000"/>
            <a:ext cx="10515600" cy="3890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Look back to linear combination equation, set </a:t>
            </a:r>
            <a:r>
              <a:rPr lang="en-US" i="1" dirty="0"/>
              <a:t>a </a:t>
            </a:r>
            <a:r>
              <a:rPr lang="en-US" dirty="0"/>
              <a:t>= 1,  </a:t>
            </a:r>
            <a:r>
              <a:rPr lang="en-US" i="1" dirty="0"/>
              <a:t>b </a:t>
            </a:r>
            <a:r>
              <a:rPr lang="en-US" dirty="0"/>
              <a:t>= -1</a:t>
            </a:r>
          </a:p>
          <a:p>
            <a:pPr lvl="1"/>
            <a:r>
              <a:rPr lang="en-US" dirty="0"/>
              <a:t>Mean is </a:t>
            </a:r>
            <a:r>
              <a:rPr lang="en-US" i="1" dirty="0"/>
              <a:t>aµ</a:t>
            </a:r>
            <a:r>
              <a:rPr lang="en-US" baseline="-25000" dirty="0"/>
              <a:t>1</a:t>
            </a:r>
            <a:r>
              <a:rPr lang="en-US" dirty="0"/>
              <a:t> + </a:t>
            </a:r>
            <a:r>
              <a:rPr lang="en-US" i="1" dirty="0"/>
              <a:t>bµ</a:t>
            </a:r>
            <a:r>
              <a:rPr lang="en-US" baseline="-25000" dirty="0"/>
              <a:t>2</a:t>
            </a:r>
            <a:r>
              <a:rPr lang="en-US" dirty="0"/>
              <a:t> = 51 - 48 = 3 minutes</a:t>
            </a:r>
          </a:p>
          <a:p>
            <a:pPr lvl="1"/>
            <a:r>
              <a:rPr lang="en-US" dirty="0"/>
              <a:t>Population variance is </a:t>
            </a:r>
            <a:br>
              <a:rPr lang="en-US" dirty="0"/>
            </a:br>
            <a:r>
              <a:rPr lang="en-US" dirty="0"/>
              <a:t>a</a:t>
            </a:r>
            <a:r>
              <a:rPr lang="en-US" baseline="30000" dirty="0"/>
              <a:t>2</a:t>
            </a:r>
            <a:r>
              <a:rPr lang="en-US" dirty="0"/>
              <a:t>σ</a:t>
            </a:r>
            <a:r>
              <a:rPr lang="en-US" baseline="30000" dirty="0"/>
              <a:t>2</a:t>
            </a:r>
            <a:r>
              <a:rPr lang="en-US" baseline="-25000" dirty="0"/>
              <a:t>1</a:t>
            </a:r>
            <a:r>
              <a:rPr lang="en-US" dirty="0"/>
              <a:t>/n</a:t>
            </a:r>
            <a:r>
              <a:rPr lang="en-US" baseline="-25000" dirty="0"/>
              <a:t>1</a:t>
            </a:r>
            <a:r>
              <a:rPr lang="en-US" dirty="0"/>
              <a:t> + b</a:t>
            </a:r>
            <a:r>
              <a:rPr lang="en-US" baseline="30000" dirty="0"/>
              <a:t>2</a:t>
            </a:r>
            <a:r>
              <a:rPr lang="en-US" dirty="0"/>
              <a:t>σ</a:t>
            </a:r>
            <a:r>
              <a:rPr lang="en-US" baseline="30000" dirty="0"/>
              <a:t>2</a:t>
            </a:r>
            <a:r>
              <a:rPr lang="en-US" baseline="-25000" dirty="0"/>
              <a:t>2</a:t>
            </a:r>
            <a:r>
              <a:rPr lang="en-US" dirty="0"/>
              <a:t>/n</a:t>
            </a:r>
            <a:r>
              <a:rPr lang="en-US" baseline="-25000" dirty="0"/>
              <a:t>2</a:t>
            </a:r>
            <a:r>
              <a:rPr lang="en-US" dirty="0"/>
              <a:t> = 5</a:t>
            </a:r>
            <a:r>
              <a:rPr lang="en-US" baseline="30000" dirty="0"/>
              <a:t>2</a:t>
            </a:r>
            <a:r>
              <a:rPr lang="en-US" dirty="0"/>
              <a:t>/40 + 7</a:t>
            </a:r>
            <a:r>
              <a:rPr lang="en-US" baseline="30000" dirty="0"/>
              <a:t>2</a:t>
            </a:r>
            <a:r>
              <a:rPr lang="en-US" dirty="0"/>
              <a:t>/36 = 0.625 + 1.36111 = 1.98611 minutes</a:t>
            </a:r>
            <a:r>
              <a:rPr lang="en-US" baseline="30000" dirty="0"/>
              <a:t>2</a:t>
            </a:r>
          </a:p>
          <a:p>
            <a:r>
              <a:rPr lang="en-US" dirty="0"/>
              <a:t>Require 98% confidence level so </a:t>
            </a:r>
            <a:r>
              <a:rPr lang="en-US" i="1" dirty="0"/>
              <a:t>α</a:t>
            </a:r>
            <a:r>
              <a:rPr lang="en-US" dirty="0"/>
              <a:t>/2 = 1% = 0.01</a:t>
            </a:r>
          </a:p>
          <a:p>
            <a:r>
              <a:rPr lang="en-US" dirty="0"/>
              <a:t>Can be solved with function in R</a:t>
            </a:r>
          </a:p>
          <a:p>
            <a:pPr lvl="1"/>
            <a:r>
              <a:rPr lang="en-US" dirty="0" err="1">
                <a:solidFill>
                  <a:srgbClr val="C0000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qnorm</a:t>
            </a:r>
            <a:r>
              <a:rPr lang="en-US" dirty="0">
                <a:solidFill>
                  <a:srgbClr val="C0000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(0.01, mean=3, </a:t>
            </a:r>
            <a:r>
              <a:rPr lang="en-US" dirty="0" err="1">
                <a:solidFill>
                  <a:srgbClr val="C0000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sd</a:t>
            </a:r>
            <a:r>
              <a:rPr lang="en-US" dirty="0">
                <a:solidFill>
                  <a:srgbClr val="C0000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=</a:t>
            </a:r>
            <a:r>
              <a:rPr lang="en-US" dirty="0" err="1">
                <a:solidFill>
                  <a:srgbClr val="C0000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sqrt</a:t>
            </a:r>
            <a:r>
              <a:rPr lang="en-US" dirty="0">
                <a:solidFill>
                  <a:srgbClr val="C0000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(1.986111)) </a:t>
            </a:r>
          </a:p>
          <a:p>
            <a:pPr lvl="1"/>
            <a:r>
              <a:rPr lang="en-US" dirty="0" err="1">
                <a:solidFill>
                  <a:srgbClr val="C0000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qnorm</a:t>
            </a:r>
            <a:r>
              <a:rPr lang="en-US" dirty="0">
                <a:solidFill>
                  <a:srgbClr val="C0000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(0.99, mean=3, </a:t>
            </a:r>
            <a:r>
              <a:rPr lang="en-US" dirty="0" err="1">
                <a:solidFill>
                  <a:srgbClr val="C0000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sd</a:t>
            </a:r>
            <a:r>
              <a:rPr lang="en-US" dirty="0">
                <a:solidFill>
                  <a:srgbClr val="C0000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=</a:t>
            </a:r>
            <a:r>
              <a:rPr lang="en-US" dirty="0" err="1">
                <a:solidFill>
                  <a:srgbClr val="C0000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sqrt</a:t>
            </a:r>
            <a:r>
              <a:rPr lang="en-US" dirty="0">
                <a:solidFill>
                  <a:srgbClr val="C0000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(1.986111)) </a:t>
            </a:r>
          </a:p>
          <a:p>
            <a:r>
              <a:rPr lang="en-US" dirty="0"/>
              <a:t>Interval containing mean of the difference, </a:t>
            </a:r>
            <a:r>
              <a:rPr lang="en-US" i="1" dirty="0"/>
              <a:t>at the 98% confidence level</a:t>
            </a:r>
            <a:r>
              <a:rPr lang="en-US" dirty="0"/>
              <a:t>, is</a:t>
            </a:r>
            <a:br>
              <a:rPr lang="en-US" dirty="0"/>
            </a:br>
            <a:r>
              <a:rPr lang="en-US" dirty="0"/>
              <a:t>(-</a:t>
            </a:r>
            <a:r>
              <a:rPr lang="is-IS" dirty="0"/>
              <a:t>0.27851, 6.27851) minutes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 descr="Expression for a linear combination ax1 and bx2, with a combined mean a time mu1 + b time mu2, and variance, that is the wieghted quadrature sum of the varianc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597" y="1586753"/>
            <a:ext cx="9060203" cy="47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41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95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to test </a:t>
            </a:r>
            <a:r>
              <a:rPr lang="en-US" i="1" dirty="0"/>
              <a:t>validity</a:t>
            </a:r>
            <a:r>
              <a:rPr lang="en-US" dirty="0"/>
              <a:t> of a claim about a population characteristic</a:t>
            </a:r>
          </a:p>
          <a:p>
            <a:endParaRPr lang="en-US" dirty="0"/>
          </a:p>
          <a:p>
            <a:r>
              <a:rPr lang="en-US" dirty="0"/>
              <a:t>For example,</a:t>
            </a:r>
          </a:p>
          <a:p>
            <a:pPr lvl="1"/>
            <a:r>
              <a:rPr lang="en-US" dirty="0"/>
              <a:t>Mean potency, </a:t>
            </a:r>
            <a:r>
              <a:rPr lang="en-US" i="1" dirty="0"/>
              <a:t>µ</a:t>
            </a:r>
            <a:r>
              <a:rPr lang="en-US" dirty="0"/>
              <a:t>, of a batch of 26 tablets is 500 mg per tablet</a:t>
            </a:r>
          </a:p>
          <a:p>
            <a:pPr lvl="1"/>
            <a:r>
              <a:rPr lang="en-US" i="1" dirty="0"/>
              <a:t>µ</a:t>
            </a:r>
            <a:r>
              <a:rPr lang="en-US" baseline="-25000" dirty="0"/>
              <a:t>0</a:t>
            </a:r>
            <a:r>
              <a:rPr lang="en-US" dirty="0"/>
              <a:t> = 500 mg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Thus, the null hypothesis is </a:t>
            </a:r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 : </a:t>
            </a:r>
            <a:r>
              <a:rPr lang="en-US" i="1" dirty="0"/>
              <a:t>µ</a:t>
            </a:r>
            <a:r>
              <a:rPr lang="en-US" baseline="-25000" dirty="0"/>
              <a:t>0</a:t>
            </a:r>
            <a:r>
              <a:rPr lang="en-US" dirty="0"/>
              <a:t> = 500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29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 -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Specify the </a:t>
            </a:r>
            <a:r>
              <a:rPr lang="en-US" i="1" dirty="0">
                <a:solidFill>
                  <a:schemeClr val="tx2"/>
                </a:solidFill>
              </a:rPr>
              <a:t>null</a:t>
            </a:r>
            <a:r>
              <a:rPr lang="en-US" dirty="0"/>
              <a:t> and </a:t>
            </a:r>
            <a:r>
              <a:rPr lang="en-US" i="1" dirty="0">
                <a:solidFill>
                  <a:schemeClr val="tx2"/>
                </a:solidFill>
              </a:rPr>
              <a:t>alternative</a:t>
            </a:r>
            <a:r>
              <a:rPr lang="en-US" dirty="0"/>
              <a:t> hypotheses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Specify a </a:t>
            </a:r>
            <a:r>
              <a:rPr lang="en-US" i="1" dirty="0">
                <a:solidFill>
                  <a:schemeClr val="tx2"/>
                </a:solidFill>
              </a:rPr>
              <a:t>test statistic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 what constitutes an </a:t>
            </a:r>
            <a:r>
              <a:rPr lang="en-US" i="1" dirty="0">
                <a:solidFill>
                  <a:schemeClr val="tx2"/>
                </a:solidFill>
              </a:rPr>
              <a:t>exceptional</a:t>
            </a:r>
            <a:r>
              <a:rPr lang="en-US" dirty="0"/>
              <a:t> outcome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Calculate the test statistic and determine whether the null hypothesis should be </a:t>
            </a:r>
            <a:r>
              <a:rPr lang="en-US" i="1" dirty="0"/>
              <a:t>rejected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27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testing: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Specify the hypothesis </a:t>
            </a:r>
            <a:r>
              <a:rPr lang="en-US" dirty="0"/>
              <a:t>to be tested and the alternative that would be true if this is rejected</a:t>
            </a:r>
          </a:p>
          <a:p>
            <a:r>
              <a:rPr lang="en-US" dirty="0"/>
              <a:t>The hypothesis being tested is the null hypothesis </a:t>
            </a:r>
            <a:r>
              <a:rPr lang="en-US" i="1" dirty="0"/>
              <a:t>H</a:t>
            </a:r>
            <a:r>
              <a:rPr lang="en-US" baseline="-25000" dirty="0"/>
              <a:t>0</a:t>
            </a:r>
          </a:p>
          <a:p>
            <a:r>
              <a:rPr lang="en-US" dirty="0"/>
              <a:t>The alternative is labelled </a:t>
            </a:r>
            <a:r>
              <a:rPr lang="en-US" i="1" dirty="0"/>
              <a:t>H</a:t>
            </a:r>
            <a:r>
              <a:rPr lang="en-US" baseline="-25000" dirty="0"/>
              <a:t>1</a:t>
            </a:r>
          </a:p>
          <a:p>
            <a:r>
              <a:rPr lang="en-US" dirty="0"/>
              <a:t>From example</a:t>
            </a:r>
          </a:p>
          <a:p>
            <a:pPr lvl="1"/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: </a:t>
            </a:r>
            <a:r>
              <a:rPr lang="en-US" i="1" dirty="0"/>
              <a:t>µ</a:t>
            </a:r>
            <a:r>
              <a:rPr lang="en-US" dirty="0"/>
              <a:t> = 500 mg</a:t>
            </a:r>
          </a:p>
          <a:p>
            <a:pPr lvl="1"/>
            <a:r>
              <a:rPr lang="en-US" i="1" dirty="0"/>
              <a:t>H</a:t>
            </a:r>
            <a:r>
              <a:rPr lang="en-US" baseline="-25000" dirty="0"/>
              <a:t>1</a:t>
            </a:r>
            <a:r>
              <a:rPr lang="en-US" dirty="0"/>
              <a:t>: </a:t>
            </a:r>
            <a:r>
              <a:rPr lang="en-US" i="1" dirty="0"/>
              <a:t>µ</a:t>
            </a:r>
            <a:r>
              <a:rPr lang="en-US" dirty="0"/>
              <a:t> ≠ 500 mg</a:t>
            </a:r>
          </a:p>
          <a:p>
            <a:r>
              <a:rPr lang="en-US" dirty="0"/>
              <a:t>The null hypothesis </a:t>
            </a:r>
            <a:r>
              <a:rPr lang="en-US" b="1" dirty="0"/>
              <a:t>is assumed to be true </a:t>
            </a:r>
            <a:r>
              <a:rPr lang="en-US" dirty="0"/>
              <a:t>unless the data </a:t>
            </a:r>
            <a:r>
              <a:rPr lang="en-US" b="1" dirty="0">
                <a:solidFill>
                  <a:srgbClr val="C00000"/>
                </a:solidFill>
              </a:rPr>
              <a:t>clearly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show otherwise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46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testing: 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6753"/>
            <a:ext cx="10515600" cy="48812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Specify the test statistic which will be used to measure the departure from the </a:t>
            </a:r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 : </a:t>
            </a:r>
            <a:r>
              <a:rPr lang="en-US" i="1" dirty="0"/>
              <a:t>µ</a:t>
            </a:r>
            <a:r>
              <a:rPr lang="en-US" dirty="0"/>
              <a:t> = </a:t>
            </a:r>
            <a:r>
              <a:rPr lang="en-US" i="1" dirty="0"/>
              <a:t>µ</a:t>
            </a:r>
            <a:r>
              <a:rPr lang="en-US" baseline="-25000" dirty="0"/>
              <a:t>0</a:t>
            </a:r>
            <a:r>
              <a:rPr lang="en-US" dirty="0"/>
              <a:t>, the value specified in the problem</a:t>
            </a:r>
          </a:p>
          <a:p>
            <a:endParaRPr lang="en-US" baseline="-25000" dirty="0"/>
          </a:p>
          <a:p>
            <a:r>
              <a:rPr lang="en-US" dirty="0"/>
              <a:t>For hypothesis tests on the </a:t>
            </a:r>
            <a:r>
              <a:rPr lang="en-US" dirty="0">
                <a:solidFill>
                  <a:schemeClr val="tx2"/>
                </a:solidFill>
              </a:rPr>
              <a:t>sample mean </a:t>
            </a:r>
            <a:r>
              <a:rPr lang="en-US" dirty="0"/>
              <a:t>the </a:t>
            </a:r>
            <a:r>
              <a:rPr lang="en-US" dirty="0">
                <a:solidFill>
                  <a:srgbClr val="2D32E3"/>
                </a:solidFill>
              </a:rPr>
              <a:t>test statistic </a:t>
            </a:r>
            <a:r>
              <a:rPr lang="en-US" dirty="0"/>
              <a:t>is:</a:t>
            </a:r>
          </a:p>
          <a:p>
            <a:endParaRPr lang="en-US" dirty="0">
              <a:solidFill>
                <a:srgbClr val="2E33FF"/>
              </a:solidFill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Measures how far </a:t>
            </a:r>
            <a:r>
              <a:rPr lang="en-US" i="1" dirty="0"/>
              <a:t>µ</a:t>
            </a:r>
            <a:r>
              <a:rPr lang="en-US" baseline="-25000" dirty="0"/>
              <a:t>0</a:t>
            </a:r>
            <a:r>
              <a:rPr lang="en-US" dirty="0"/>
              <a:t> is from </a:t>
            </a:r>
            <a:r>
              <a:rPr lang="en-US" i="1" dirty="0"/>
              <a:t>x</a:t>
            </a:r>
            <a:r>
              <a:rPr lang="en-US" dirty="0"/>
              <a:t>̅  in some ‘natural’ unit, the size of the standard error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t</a:t>
            </a:r>
            <a:r>
              <a:rPr lang="en-US" dirty="0"/>
              <a:t>-distribution, with </a:t>
            </a:r>
            <a:r>
              <a:rPr lang="en-US" i="1" dirty="0" err="1"/>
              <a:t>df</a:t>
            </a:r>
            <a:r>
              <a:rPr lang="en-US" dirty="0"/>
              <a:t> = </a:t>
            </a:r>
            <a:r>
              <a:rPr lang="en-US" i="1" dirty="0"/>
              <a:t>n</a:t>
            </a:r>
            <a:r>
              <a:rPr lang="en-US" dirty="0"/>
              <a:t>-1 describes the distribution of the test statistic </a:t>
            </a:r>
            <a:r>
              <a:rPr lang="en-US" b="1" dirty="0"/>
              <a:t>if</a:t>
            </a:r>
            <a:r>
              <a:rPr lang="en-US" dirty="0"/>
              <a:t> the null hypothesis is </a:t>
            </a:r>
            <a:r>
              <a:rPr lang="en-US" b="1" dirty="0"/>
              <a:t>true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 descr="Equation for the t statistic&#10;&#10;t = x bar - mu0 divided by s over square root of n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550" y="3455006"/>
            <a:ext cx="21209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65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testing: 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Defining an exceptional outcome</a:t>
            </a:r>
            <a:r>
              <a:rPr lang="en-US" dirty="0"/>
              <a:t>, one which has only a </a:t>
            </a:r>
            <a:r>
              <a:rPr lang="en-US" i="1" dirty="0"/>
              <a:t>small</a:t>
            </a:r>
            <a:r>
              <a:rPr lang="en-US" dirty="0"/>
              <a:t> chance of occurring randomly if the null hypothesis is true</a:t>
            </a:r>
          </a:p>
          <a:p>
            <a:endParaRPr lang="en-US" u="sng" dirty="0"/>
          </a:p>
          <a:p>
            <a:r>
              <a:rPr lang="en-US" dirty="0"/>
              <a:t>The probability chosen is called the </a:t>
            </a:r>
            <a:r>
              <a:rPr lang="en-US" i="1" dirty="0"/>
              <a:t>significance level </a:t>
            </a:r>
            <a:r>
              <a:rPr lang="en-US" dirty="0"/>
              <a:t>of the test and is labelled </a:t>
            </a:r>
            <a:r>
              <a:rPr lang="en-US" i="1" dirty="0"/>
              <a:t>α</a:t>
            </a:r>
            <a:endParaRPr lang="en-US" dirty="0"/>
          </a:p>
          <a:p>
            <a:pPr lvl="1"/>
            <a:r>
              <a:rPr lang="en-US" dirty="0"/>
              <a:t>Conventionally </a:t>
            </a:r>
            <a:r>
              <a:rPr lang="en-US" i="1" dirty="0"/>
              <a:t>α</a:t>
            </a:r>
            <a:r>
              <a:rPr lang="en-US" dirty="0"/>
              <a:t> = 0.05 is chosen</a:t>
            </a:r>
          </a:p>
          <a:p>
            <a:pPr lvl="1"/>
            <a:endParaRPr lang="en-US" dirty="0"/>
          </a:p>
          <a:p>
            <a:r>
              <a:rPr lang="en-US" i="1" dirty="0"/>
              <a:t>Confidence level:</a:t>
            </a:r>
            <a:r>
              <a:rPr lang="en-US" dirty="0"/>
              <a:t> 1 - </a:t>
            </a:r>
            <a:r>
              <a:rPr lang="en-US" i="1" dirty="0"/>
              <a:t>α </a:t>
            </a:r>
            <a:r>
              <a:rPr lang="en-US" dirty="0"/>
              <a:t>or 100(1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i="1" dirty="0"/>
              <a:t>α</a:t>
            </a:r>
            <a:r>
              <a:rPr lang="en-US" dirty="0"/>
              <a:t>)%</a:t>
            </a:r>
          </a:p>
          <a:p>
            <a:pPr lvl="1"/>
            <a:r>
              <a:rPr lang="en-US" dirty="0"/>
              <a:t>i.e. significance level 0.05 corresponds to confidence level 95%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97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testing: step 3 </a:t>
            </a:r>
            <a:r>
              <a:rPr lang="en-US" sz="3200" dirty="0">
                <a:solidFill>
                  <a:srgbClr val="242852"/>
                </a:solidFill>
              </a:rPr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α</a:t>
            </a:r>
            <a:r>
              <a:rPr lang="en-US" dirty="0"/>
              <a:t> = 0.05 gives cut-off values on the sampling distribution of </a:t>
            </a:r>
            <a:r>
              <a:rPr lang="en-US" i="1" dirty="0"/>
              <a:t>t</a:t>
            </a:r>
            <a:r>
              <a:rPr lang="en-US" dirty="0"/>
              <a:t> called </a:t>
            </a:r>
            <a:r>
              <a:rPr lang="en-US" i="1" dirty="0"/>
              <a:t>critical values</a:t>
            </a:r>
          </a:p>
          <a:p>
            <a:endParaRPr lang="en-US" dirty="0"/>
          </a:p>
          <a:p>
            <a:r>
              <a:rPr lang="en-US" dirty="0"/>
              <a:t>Values of the test statistic </a:t>
            </a:r>
            <a:r>
              <a:rPr lang="en-US" i="1" dirty="0"/>
              <a:t>t</a:t>
            </a:r>
            <a:r>
              <a:rPr lang="en-US" dirty="0"/>
              <a:t> lying </a:t>
            </a:r>
            <a:r>
              <a:rPr lang="en-US" i="1" dirty="0">
                <a:solidFill>
                  <a:srgbClr val="C00000"/>
                </a:solidFill>
              </a:rPr>
              <a:t>beyond</a:t>
            </a:r>
            <a:r>
              <a:rPr lang="en-US" dirty="0"/>
              <a:t> the critical values imply </a:t>
            </a:r>
            <a:r>
              <a:rPr lang="en-US" b="1" dirty="0"/>
              <a:t>rejecting</a:t>
            </a:r>
            <a:r>
              <a:rPr lang="en-US" dirty="0"/>
              <a:t> the null hypothesis</a:t>
            </a:r>
          </a:p>
          <a:p>
            <a:endParaRPr lang="en-US" dirty="0"/>
          </a:p>
          <a:p>
            <a:r>
              <a:rPr lang="en-US" dirty="0"/>
              <a:t>For the tablets example </a:t>
            </a:r>
            <a:r>
              <a:rPr lang="en-US" i="1" dirty="0" err="1"/>
              <a:t>df</a:t>
            </a:r>
            <a:r>
              <a:rPr lang="en-US" dirty="0"/>
              <a:t> = 26 -1, corresponding to critical values of the </a:t>
            </a:r>
            <a:r>
              <a:rPr lang="en-US" i="1" dirty="0"/>
              <a:t>t</a:t>
            </a:r>
            <a:r>
              <a:rPr lang="en-US" dirty="0"/>
              <a:t> distribution ±2.06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30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testing: step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Calculate the test statistic </a:t>
            </a:r>
            <a:r>
              <a:rPr lang="en-US" dirty="0"/>
              <a:t>and check whether it lies in the critical region</a:t>
            </a:r>
          </a:p>
          <a:p>
            <a:endParaRPr lang="en-US" dirty="0"/>
          </a:p>
          <a:p>
            <a:r>
              <a:rPr lang="en-US" dirty="0"/>
              <a:t>For the example 	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t</a:t>
            </a:r>
            <a:r>
              <a:rPr lang="en-US" dirty="0"/>
              <a:t> = </a:t>
            </a:r>
            <a:r>
              <a:rPr lang="nb-NO" dirty="0"/>
              <a:t>−4.683 i.e. &lt;  −2.06 ∴ </a:t>
            </a:r>
            <a:r>
              <a:rPr lang="en-US" dirty="0"/>
              <a:t>the </a:t>
            </a:r>
            <a:r>
              <a:rPr lang="nb-NO" dirty="0" err="1"/>
              <a:t>hypothesis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batch </a:t>
            </a:r>
            <a:r>
              <a:rPr lang="nb-NO" dirty="0" err="1"/>
              <a:t>potency</a:t>
            </a:r>
            <a:r>
              <a:rPr lang="nb-NO" dirty="0"/>
              <a:t> is 500 mg/</a:t>
            </a:r>
            <a:r>
              <a:rPr lang="nb-NO" dirty="0" err="1"/>
              <a:t>tablet</a:t>
            </a:r>
            <a:r>
              <a:rPr lang="nb-NO" dirty="0"/>
              <a:t> is </a:t>
            </a:r>
            <a:r>
              <a:rPr lang="nb-NO" b="1" dirty="0" err="1"/>
              <a:t>rejected</a:t>
            </a:r>
            <a:r>
              <a:rPr lang="en-US" dirty="0"/>
              <a:t>	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 descr="Equation for the t statistic&#10;&#10;t = x bar - mu0 divided by s over square root of n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985294"/>
            <a:ext cx="21209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55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i="1" dirty="0"/>
              <a:t>p</a:t>
            </a:r>
            <a:r>
              <a:rPr lang="en-US" dirty="0"/>
              <a:t> value associated with a hypothesis test is the probability of getting sample values </a:t>
            </a:r>
            <a:r>
              <a:rPr lang="en-US" i="1" dirty="0"/>
              <a:t>as or more extreme </a:t>
            </a:r>
            <a:r>
              <a:rPr lang="en-US" dirty="0"/>
              <a:t>than those actually observed, </a:t>
            </a:r>
            <a:r>
              <a:rPr lang="en-US" u="sng" dirty="0"/>
              <a:t>assuming the null hypothesis is true</a:t>
            </a:r>
          </a:p>
          <a:p>
            <a:r>
              <a:rPr lang="en-US" i="1" dirty="0"/>
              <a:t>p</a:t>
            </a:r>
            <a:r>
              <a:rPr lang="en-US" dirty="0"/>
              <a:t> = probability of observing a </a:t>
            </a:r>
            <a:r>
              <a:rPr lang="en-US" i="1" dirty="0"/>
              <a:t>more extreme </a:t>
            </a:r>
            <a:r>
              <a:rPr lang="en-US" dirty="0"/>
              <a:t>value</a:t>
            </a:r>
          </a:p>
          <a:p>
            <a:r>
              <a:rPr lang="en-US" dirty="0"/>
              <a:t>For the observed </a:t>
            </a:r>
            <a:r>
              <a:rPr lang="en-US" i="1" dirty="0"/>
              <a:t>t</a:t>
            </a:r>
            <a:r>
              <a:rPr lang="en-US" dirty="0"/>
              <a:t> = -4.683, </a:t>
            </a:r>
            <a:r>
              <a:rPr lang="en-US" i="1" dirty="0"/>
              <a:t>p</a:t>
            </a:r>
            <a:r>
              <a:rPr lang="en-US" dirty="0"/>
              <a:t> is the probability of being outside of ±4.683</a:t>
            </a:r>
          </a:p>
          <a:p>
            <a:r>
              <a:rPr lang="en-US" dirty="0"/>
              <a:t>It is the area of the </a:t>
            </a:r>
            <a:r>
              <a:rPr lang="en-US" i="1" dirty="0"/>
              <a:t>t</a:t>
            </a:r>
            <a:r>
              <a:rPr lang="en-US" dirty="0"/>
              <a:t> distribution </a:t>
            </a:r>
            <a:r>
              <a:rPr lang="en-US" i="1" dirty="0"/>
              <a:t>below</a:t>
            </a:r>
            <a:r>
              <a:rPr lang="en-US" dirty="0"/>
              <a:t> -4.683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i="1" dirty="0"/>
              <a:t>above</a:t>
            </a:r>
            <a:r>
              <a:rPr lang="en-US" dirty="0"/>
              <a:t> +4.683</a:t>
            </a:r>
          </a:p>
          <a:p>
            <a:pPr lvl="1"/>
            <a:r>
              <a:rPr lang="en-US" dirty="0"/>
              <a:t>0.00008474</a:t>
            </a:r>
          </a:p>
          <a:p>
            <a:r>
              <a:rPr lang="en-US" dirty="0"/>
              <a:t>There is a less than 1 in 10000 chance to observe </a:t>
            </a:r>
            <a:r>
              <a:rPr lang="en-US" i="1" dirty="0"/>
              <a:t>t</a:t>
            </a:r>
            <a:r>
              <a:rPr lang="en-US" dirty="0"/>
              <a:t> = -4.683 if the null hypothesis is true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843746" y="5780416"/>
            <a:ext cx="8504508" cy="52322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evidence for the alternative </a:t>
            </a:r>
            <a:r>
              <a:rPr lang="en-US" sz="2800">
                <a:solidFill>
                  <a:schemeClr val="bg1"/>
                </a:solidFill>
              </a:rPr>
              <a:t>hypothesis is very strong</a:t>
            </a:r>
          </a:p>
        </p:txBody>
      </p:sp>
    </p:spTree>
    <p:extLst>
      <p:ext uri="{BB962C8B-B14F-4D97-AF65-F5344CB8AC3E}">
        <p14:creationId xmlns:p14="http://schemas.microsoft.com/office/powerpoint/2010/main" val="138315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Two-tail and one-tail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 example was a </a:t>
            </a:r>
            <a:r>
              <a:rPr lang="en-US" b="1" dirty="0"/>
              <a:t>two-tail</a:t>
            </a:r>
            <a:r>
              <a:rPr lang="en-US" dirty="0"/>
              <a:t> test</a:t>
            </a:r>
          </a:p>
          <a:p>
            <a:r>
              <a:rPr lang="en-US" dirty="0"/>
              <a:t>Hypothesis rejected for </a:t>
            </a:r>
            <a:r>
              <a:rPr lang="en-US" i="1" dirty="0"/>
              <a:t>either</a:t>
            </a:r>
            <a:r>
              <a:rPr lang="en-US" dirty="0"/>
              <a:t> unusually large or small values of the test statistic</a:t>
            </a:r>
          </a:p>
          <a:p>
            <a:pPr lvl="1"/>
            <a:r>
              <a:rPr lang="en-US" dirty="0"/>
              <a:t>The tails of the distribution at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high</a:t>
            </a:r>
            <a:r>
              <a:rPr lang="en-US" dirty="0"/>
              <a:t> and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low</a:t>
            </a:r>
            <a:r>
              <a:rPr lang="en-US" dirty="0"/>
              <a:t> values</a:t>
            </a:r>
          </a:p>
          <a:p>
            <a:r>
              <a:rPr lang="en-US" dirty="0"/>
              <a:t>One-tail test, can be either of</a:t>
            </a:r>
          </a:p>
          <a:p>
            <a:pPr lvl="1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Reject the hypothesis if the observed value of the test statistic is too large</a:t>
            </a:r>
            <a:br>
              <a:rPr lang="en-US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or</a:t>
            </a:r>
          </a:p>
          <a:p>
            <a:pPr lvl="1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Reject the hypothesis if the observed value of the test statistic is too small</a:t>
            </a:r>
          </a:p>
          <a:p>
            <a:r>
              <a:rPr lang="en-US" dirty="0"/>
              <a:t>In either cases the rejected values lie only in one tail (high or low)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01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sample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we dealt with cases of a single population and single sample</a:t>
            </a:r>
          </a:p>
          <a:p>
            <a:endParaRPr lang="en-US" dirty="0"/>
          </a:p>
          <a:p>
            <a:r>
              <a:rPr lang="en-US" dirty="0"/>
              <a:t>Many studies require the characteristics of </a:t>
            </a:r>
            <a:r>
              <a:rPr lang="en-US" i="1" dirty="0"/>
              <a:t>two</a:t>
            </a:r>
            <a:r>
              <a:rPr lang="en-US" dirty="0"/>
              <a:t> populations to be compared</a:t>
            </a:r>
          </a:p>
          <a:p>
            <a:pPr lvl="1"/>
            <a:r>
              <a:rPr lang="en-US" dirty="0"/>
              <a:t>Two samples are needed, one for each population</a:t>
            </a:r>
          </a:p>
          <a:p>
            <a:pPr lvl="1"/>
            <a:endParaRPr lang="en-US" dirty="0"/>
          </a:p>
          <a:p>
            <a:r>
              <a:rPr lang="en-US" dirty="0"/>
              <a:t>The two samples may be </a:t>
            </a:r>
            <a:r>
              <a:rPr lang="en-US" b="1" dirty="0"/>
              <a:t>independent</a:t>
            </a:r>
            <a:r>
              <a:rPr lang="en-US" dirty="0"/>
              <a:t> or </a:t>
            </a:r>
            <a:r>
              <a:rPr lang="en-US" b="1" dirty="0"/>
              <a:t>dependent</a:t>
            </a:r>
            <a:r>
              <a:rPr lang="en-US" dirty="0"/>
              <a:t>, depending on the way they are selected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32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the connectivity of two new designs of mobile phone chips</a:t>
            </a:r>
          </a:p>
          <a:p>
            <a:endParaRPr lang="en-US" dirty="0"/>
          </a:p>
          <a:p>
            <a:r>
              <a:rPr lang="en-US" dirty="0"/>
              <a:t>Two independent samples: select sample of phones with chip 1 and another sample of phones with chip 2</a:t>
            </a:r>
          </a:p>
          <a:p>
            <a:endParaRPr lang="en-US" dirty="0"/>
          </a:p>
          <a:p>
            <a:r>
              <a:rPr lang="en-US" dirty="0"/>
              <a:t>Two paired samples: select pairs of identical model phones and use one of each pair for chip 1 and chip 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9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Two-sample </a:t>
            </a:r>
            <a:r>
              <a:rPr lang="en-US" i="1" dirty="0"/>
              <a:t>t</a:t>
            </a:r>
            <a:r>
              <a:rPr lang="en-US" dirty="0"/>
              <a:t>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inferences on two independent samples</a:t>
            </a:r>
          </a:p>
          <a:p>
            <a:endParaRPr lang="en-US" dirty="0"/>
          </a:p>
          <a:p>
            <a:r>
              <a:rPr lang="en-US" dirty="0"/>
              <a:t>We are interested in testing whether a 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difference exists </a:t>
            </a:r>
            <a:r>
              <a:rPr lang="en-US" dirty="0"/>
              <a:t>in the population means, </a:t>
            </a:r>
            <a:r>
              <a:rPr lang="en-US" i="1" dirty="0"/>
              <a:t>µ</a:t>
            </a:r>
            <a:r>
              <a:rPr lang="en-US" baseline="-25000" dirty="0"/>
              <a:t>1</a:t>
            </a:r>
            <a:r>
              <a:rPr lang="en-US" dirty="0"/>
              <a:t> and </a:t>
            </a:r>
            <a:r>
              <a:rPr lang="en-US" i="1" dirty="0"/>
              <a:t>µ</a:t>
            </a:r>
            <a:r>
              <a:rPr lang="en-US" baseline="-25000" dirty="0"/>
              <a:t>2</a:t>
            </a:r>
          </a:p>
          <a:p>
            <a:endParaRPr lang="en-US" baseline="-25000" dirty="0"/>
          </a:p>
          <a:p>
            <a:r>
              <a:rPr lang="en-US" dirty="0"/>
              <a:t>Formulate hypothesis:</a:t>
            </a:r>
          </a:p>
          <a:p>
            <a:pPr lvl="1"/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: </a:t>
            </a:r>
            <a:r>
              <a:rPr lang="en-US" i="1" dirty="0"/>
              <a:t>µ</a:t>
            </a:r>
            <a:r>
              <a:rPr lang="en-US" baseline="-25000" dirty="0"/>
              <a:t>1</a:t>
            </a:r>
            <a:r>
              <a:rPr lang="en-US" dirty="0"/>
              <a:t> - </a:t>
            </a:r>
            <a:r>
              <a:rPr lang="en-US" i="1" dirty="0"/>
              <a:t>µ</a:t>
            </a:r>
            <a:r>
              <a:rPr lang="en-US" baseline="-25000" dirty="0"/>
              <a:t>2 </a:t>
            </a:r>
            <a:r>
              <a:rPr lang="en-US" dirty="0"/>
              <a:t>= 0</a:t>
            </a:r>
          </a:p>
          <a:p>
            <a:pPr lvl="1"/>
            <a:r>
              <a:rPr lang="en-US" i="1" dirty="0"/>
              <a:t>H</a:t>
            </a:r>
            <a:r>
              <a:rPr lang="en-US" i="1" baseline="-25000" dirty="0"/>
              <a:t>A</a:t>
            </a:r>
            <a:r>
              <a:rPr lang="en-US" dirty="0"/>
              <a:t>: </a:t>
            </a:r>
            <a:r>
              <a:rPr lang="en-US" i="1" dirty="0"/>
              <a:t>µ</a:t>
            </a:r>
            <a:r>
              <a:rPr lang="en-US" baseline="-25000" dirty="0"/>
              <a:t>1</a:t>
            </a:r>
            <a:r>
              <a:rPr lang="en-US" dirty="0"/>
              <a:t> - </a:t>
            </a:r>
            <a:r>
              <a:rPr lang="en-US" i="1" dirty="0"/>
              <a:t>µ</a:t>
            </a:r>
            <a:r>
              <a:rPr lang="en-US" baseline="-25000" dirty="0"/>
              <a:t>2 </a:t>
            </a:r>
            <a:r>
              <a:rPr lang="en-US" dirty="0"/>
              <a:t>≠ 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079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6753"/>
            <a:ext cx="10515600" cy="4590210"/>
          </a:xfrm>
        </p:spPr>
        <p:txBody>
          <a:bodyPr>
            <a:normAutofit/>
          </a:bodyPr>
          <a:lstStyle/>
          <a:p>
            <a:r>
              <a:rPr lang="en-US" dirty="0"/>
              <a:t>A good choice is to consider the statistic  </a:t>
            </a:r>
            <a:r>
              <a:rPr lang="en-US" i="1" dirty="0">
                <a:solidFill>
                  <a:srgbClr val="2D32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x̅</a:t>
            </a:r>
            <a:r>
              <a:rPr lang="en-US" baseline="-25000" dirty="0">
                <a:solidFill>
                  <a:srgbClr val="2D32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>
                <a:solidFill>
                  <a:srgbClr val="2D32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-x̅</a:t>
            </a:r>
            <a:r>
              <a:rPr lang="en-US" baseline="-25000" dirty="0">
                <a:solidFill>
                  <a:srgbClr val="2D32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rgbClr val="2D32E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/>
              <a:t>and its sampling distribution</a:t>
            </a:r>
          </a:p>
          <a:p>
            <a:r>
              <a:rPr lang="en-US" dirty="0"/>
              <a:t>This will be </a:t>
            </a:r>
            <a:r>
              <a:rPr lang="en-US" dirty="0" err="1"/>
              <a:t>centred</a:t>
            </a:r>
            <a:r>
              <a:rPr lang="en-US" dirty="0"/>
              <a:t> at </a:t>
            </a:r>
            <a:r>
              <a:rPr lang="en-US" i="1" dirty="0">
                <a:solidFill>
                  <a:srgbClr val="2D32E3"/>
                </a:solidFill>
              </a:rPr>
              <a:t>µ</a:t>
            </a:r>
            <a:r>
              <a:rPr lang="en-US" baseline="-25000" dirty="0">
                <a:solidFill>
                  <a:srgbClr val="2D32E3"/>
                </a:solidFill>
              </a:rPr>
              <a:t>2</a:t>
            </a:r>
            <a:r>
              <a:rPr lang="en-US" dirty="0">
                <a:solidFill>
                  <a:srgbClr val="2D32E3"/>
                </a:solidFill>
              </a:rPr>
              <a:t>-</a:t>
            </a:r>
            <a:r>
              <a:rPr lang="en-US" i="1" dirty="0">
                <a:solidFill>
                  <a:srgbClr val="2D32E3"/>
                </a:solidFill>
              </a:rPr>
              <a:t>µ</a:t>
            </a:r>
            <a:r>
              <a:rPr lang="en-US" baseline="-25000" dirty="0">
                <a:solidFill>
                  <a:srgbClr val="2D32E3"/>
                </a:solidFill>
              </a:rPr>
              <a:t>1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with standard error</a:t>
            </a:r>
          </a:p>
          <a:p>
            <a:endParaRPr lang="en-US" dirty="0"/>
          </a:p>
          <a:p>
            <a:r>
              <a:rPr lang="en-US" dirty="0"/>
              <a:t>If the two populations are normal, the sampling distribution is normal</a:t>
            </a:r>
          </a:p>
          <a:p>
            <a:endParaRPr lang="en-US" dirty="0"/>
          </a:p>
          <a:p>
            <a:r>
              <a:rPr lang="en-US" dirty="0"/>
              <a:t>For large sample sizes (</a:t>
            </a:r>
            <a:r>
              <a:rPr lang="en-US" i="1" dirty="0"/>
              <a:t>n</a:t>
            </a:r>
            <a:r>
              <a:rPr lang="en-US" baseline="-25000" dirty="0"/>
              <a:t>1</a:t>
            </a:r>
            <a:r>
              <a:rPr lang="en-US" dirty="0"/>
              <a:t> and </a:t>
            </a:r>
            <a:r>
              <a:rPr lang="en-US" i="1" dirty="0"/>
              <a:t>n</a:t>
            </a:r>
            <a:r>
              <a:rPr lang="en-US" baseline="-25000" dirty="0"/>
              <a:t>2</a:t>
            </a:r>
            <a:r>
              <a:rPr lang="en-US" dirty="0"/>
              <a:t> &gt; 30), the sampling distribution is </a:t>
            </a:r>
            <a:r>
              <a:rPr lang="en-US" i="1" dirty="0"/>
              <a:t>approximately</a:t>
            </a:r>
            <a:r>
              <a:rPr lang="en-US" dirty="0"/>
              <a:t> normal even if the two populations are not normal</a:t>
            </a:r>
          </a:p>
          <a:p>
            <a:pPr lvl="1"/>
            <a:r>
              <a:rPr lang="en-US" dirty="0"/>
              <a:t>Follows from the Central Limit Theorem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6" descr="Standard error for the sampling distribution of x2 minus x1 : &#10;&#10;square root of all of sigma1 squared over n1 plus sigma2 suared over n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459" y="2360753"/>
            <a:ext cx="2159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089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Two-sample </a:t>
            </a:r>
            <a:r>
              <a:rPr lang="en-US" i="1" dirty="0"/>
              <a:t>t</a:t>
            </a:r>
            <a:r>
              <a:rPr lang="en-US" dirty="0"/>
              <a:t>-test </a:t>
            </a:r>
            <a:r>
              <a:rPr lang="en-US" sz="3200" dirty="0"/>
              <a:t>cont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8153"/>
            <a:ext cx="10515600" cy="4818810"/>
          </a:xfrm>
        </p:spPr>
        <p:txBody>
          <a:bodyPr/>
          <a:lstStyle/>
          <a:p>
            <a:r>
              <a:rPr lang="en-US" dirty="0"/>
              <a:t>The two-sample </a:t>
            </a:r>
            <a:r>
              <a:rPr lang="en-US" i="1" dirty="0"/>
              <a:t>t</a:t>
            </a:r>
            <a:r>
              <a:rPr lang="en-US" dirty="0"/>
              <a:t>-statistic is defined as: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where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two sample standard deviations are combined to give a </a:t>
            </a:r>
            <a:br>
              <a:rPr lang="en-US" dirty="0"/>
            </a:br>
            <a:r>
              <a:rPr lang="en-US" i="1" dirty="0"/>
              <a:t>pooled estimate </a:t>
            </a:r>
            <a:r>
              <a:rPr lang="en-US" dirty="0"/>
              <a:t>of the population standard deviation, </a:t>
            </a:r>
            <a:r>
              <a:rPr lang="en-US" i="1" dirty="0" err="1"/>
              <a:t>σ</a:t>
            </a:r>
            <a:r>
              <a:rPr lang="en-US" i="1" dirty="0"/>
              <a:t>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 descr="Two sampel t statistic equation.&#10;&#10;x2 mean - x1 mean minus, in brackets, mu2 - mu1, divided by SP times squar root of 1 over n1 + 1 over n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119311"/>
            <a:ext cx="5105400" cy="1447800"/>
          </a:xfrm>
          <a:prstGeom prst="rect">
            <a:avLst/>
          </a:prstGeom>
        </p:spPr>
      </p:pic>
      <p:pic>
        <p:nvPicPr>
          <p:cNvPr id="8" name="Picture 7" descr="The pooled standard deviation SP is given by SP squared equals n1-1 times s1 squared plus n2 - 1 tiems s2 squared all divided by n1 + n2 minus 2.&#10;The denominator being the number of degrees of freedo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750" y="3901604"/>
            <a:ext cx="57023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4815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Two-sample t-test </a:t>
            </a:r>
            <a:r>
              <a:rPr lang="en-US" sz="3200" dirty="0"/>
              <a:t>cont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 statistic has </a:t>
            </a:r>
            <a:r>
              <a:rPr lang="en-US" i="1" dirty="0">
                <a:solidFill>
                  <a:srgbClr val="2D32E3"/>
                </a:solidFill>
              </a:rPr>
              <a:t>n</a:t>
            </a:r>
            <a:r>
              <a:rPr lang="en-US" baseline="-25000" dirty="0">
                <a:solidFill>
                  <a:srgbClr val="2D32E3"/>
                </a:solidFill>
              </a:rPr>
              <a:t>1</a:t>
            </a:r>
            <a:r>
              <a:rPr lang="en-US" dirty="0">
                <a:solidFill>
                  <a:srgbClr val="2D32E3"/>
                </a:solidFill>
              </a:rPr>
              <a:t> + </a:t>
            </a:r>
            <a:r>
              <a:rPr lang="en-US" i="1" dirty="0">
                <a:solidFill>
                  <a:srgbClr val="2D32E3"/>
                </a:solidFill>
              </a:rPr>
              <a:t>n</a:t>
            </a:r>
            <a:r>
              <a:rPr lang="en-US" baseline="-25000" dirty="0">
                <a:solidFill>
                  <a:srgbClr val="2D32E3"/>
                </a:solidFill>
              </a:rPr>
              <a:t>2</a:t>
            </a:r>
            <a:r>
              <a:rPr lang="en-US" dirty="0">
                <a:solidFill>
                  <a:srgbClr val="2D32E3"/>
                </a:solidFill>
              </a:rPr>
              <a:t> </a:t>
            </a:r>
            <a:r>
              <a:rPr lang="mr-IN" dirty="0">
                <a:solidFill>
                  <a:srgbClr val="2D32E3"/>
                </a:solidFill>
              </a:rPr>
              <a:t>–</a:t>
            </a:r>
            <a:r>
              <a:rPr lang="en-US" dirty="0">
                <a:solidFill>
                  <a:srgbClr val="2D32E3"/>
                </a:solidFill>
              </a:rPr>
              <a:t> 2 </a:t>
            </a:r>
            <a:r>
              <a:rPr lang="en-US" dirty="0"/>
              <a:t>degrees of freedom</a:t>
            </a:r>
          </a:p>
          <a:p>
            <a:endParaRPr lang="en-US" dirty="0"/>
          </a:p>
          <a:p>
            <a:r>
              <a:rPr lang="en-US" dirty="0"/>
              <a:t>Calculate critical values and the </a:t>
            </a:r>
            <a:r>
              <a:rPr lang="en-US" i="1" dirty="0"/>
              <a:t>p</a:t>
            </a:r>
            <a:r>
              <a:rPr lang="en-US" dirty="0"/>
              <a:t> value in the usual way</a:t>
            </a:r>
          </a:p>
          <a:p>
            <a:endParaRPr lang="en-US" dirty="0"/>
          </a:p>
          <a:p>
            <a:r>
              <a:rPr lang="en-US" dirty="0"/>
              <a:t>The 95% confidence level for </a:t>
            </a:r>
            <a:r>
              <a:rPr lang="en-US" i="1" dirty="0">
                <a:solidFill>
                  <a:srgbClr val="2D32E3"/>
                </a:solidFill>
              </a:rPr>
              <a:t>µ</a:t>
            </a:r>
            <a:r>
              <a:rPr lang="en-US" baseline="-25000" dirty="0">
                <a:solidFill>
                  <a:srgbClr val="2D32E3"/>
                </a:solidFill>
              </a:rPr>
              <a:t>2</a:t>
            </a:r>
            <a:r>
              <a:rPr lang="en-US" dirty="0">
                <a:solidFill>
                  <a:srgbClr val="2D32E3"/>
                </a:solidFill>
              </a:rPr>
              <a:t> </a:t>
            </a:r>
            <a:r>
              <a:rPr lang="mr-IN" dirty="0">
                <a:solidFill>
                  <a:srgbClr val="2D32E3"/>
                </a:solidFill>
              </a:rPr>
              <a:t>–</a:t>
            </a:r>
            <a:r>
              <a:rPr lang="en-US" dirty="0">
                <a:solidFill>
                  <a:srgbClr val="2D32E3"/>
                </a:solidFill>
              </a:rPr>
              <a:t> </a:t>
            </a:r>
            <a:r>
              <a:rPr lang="en-US" i="1" dirty="0">
                <a:solidFill>
                  <a:srgbClr val="2D32E3"/>
                </a:solidFill>
              </a:rPr>
              <a:t>µ</a:t>
            </a:r>
            <a:r>
              <a:rPr lang="en-US" baseline="-25000" dirty="0">
                <a:solidFill>
                  <a:srgbClr val="2D32E3"/>
                </a:solidFill>
              </a:rPr>
              <a:t>1 </a:t>
            </a:r>
            <a:r>
              <a:rPr lang="en-US" dirty="0"/>
              <a:t>is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 descr="Confidence level for mu2 -mu1 is mean x2 - mean x1 - mena x1 plus or minus t 0.023 times SP multiplied by square root of 1 over n1 plus 1 over n2">
            <a:extLst>
              <a:ext uri="{FF2B5EF4-FFF2-40B4-BE49-F238E27FC236}">
                <a16:creationId xmlns:a16="http://schemas.microsoft.com/office/drawing/2014/main" id="{8E2F01D3-21D3-9147-B01F-F6309DF27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737" y="4619297"/>
            <a:ext cx="5262526" cy="95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01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447008"/>
              </p:ext>
            </p:extLst>
          </p:nvPr>
        </p:nvGraphicFramePr>
        <p:xfrm>
          <a:off x="5450542" y="578167"/>
          <a:ext cx="5758740" cy="1471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7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0450">
                <a:tc>
                  <a:txBody>
                    <a:bodyPr/>
                    <a:lstStyle/>
                    <a:p>
                      <a:r>
                        <a:rPr lang="en-US" dirty="0"/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r>
                        <a:rPr lang="en-US" dirty="0"/>
                        <a:t>Chip</a:t>
                      </a:r>
                      <a:r>
                        <a:rPr lang="en-US" baseline="0" dirty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r>
                        <a:rPr lang="en-US" dirty="0"/>
                        <a:t>Chip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27</a:t>
            </a:fld>
            <a:endParaRPr lang="en-US"/>
          </a:p>
        </p:txBody>
      </p:sp>
      <p:pic>
        <p:nvPicPr>
          <p:cNvPr id="8" name="Picture 7" descr="Equation for the t statistic&#10;&#10;t = x bar - mu0 divided by s over square root of n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03815"/>
            <a:ext cx="5702300" cy="1079500"/>
          </a:xfrm>
          <a:prstGeom prst="rect">
            <a:avLst/>
          </a:prstGeom>
        </p:spPr>
      </p:pic>
      <p:pic>
        <p:nvPicPr>
          <p:cNvPr id="9" name="Picture 8" descr="Two sampel t statistic equation.&#10;&#10;x2 mean - x1 mean minus, in brackets, mu2 - mu1, divided by SP times squar root of 1 over n1 + 1 over n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650" y="4432648"/>
            <a:ext cx="51054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422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sz="3200" dirty="0">
                <a:solidFill>
                  <a:srgbClr val="242852"/>
                </a:solidFill>
              </a:rPr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Two-tailed test with 56 </a:t>
            </a:r>
            <a:r>
              <a:rPr lang="en-US" i="1" dirty="0"/>
              <a:t>df</a:t>
            </a:r>
            <a:r>
              <a:rPr lang="en-US" dirty="0"/>
              <a:t> and </a:t>
            </a:r>
            <a:r>
              <a:rPr lang="en-US" i="1" dirty="0"/>
              <a:t>α </a:t>
            </a:r>
            <a:r>
              <a:rPr lang="en-GB" dirty="0"/>
              <a:t>=</a:t>
            </a:r>
            <a:r>
              <a:rPr lang="en-US" dirty="0"/>
              <a:t> 0.05 therefore we reject the null hypothesis if </a:t>
            </a:r>
            <a:r>
              <a:rPr lang="en-US" i="1" dirty="0"/>
              <a:t>t</a:t>
            </a:r>
            <a:r>
              <a:rPr lang="en-US" dirty="0"/>
              <a:t> &gt; 2 or </a:t>
            </a:r>
            <a:r>
              <a:rPr lang="en-US" i="1" dirty="0"/>
              <a:t>t</a:t>
            </a:r>
            <a:r>
              <a:rPr lang="en-US" dirty="0"/>
              <a:t> &lt; -2</a:t>
            </a:r>
          </a:p>
          <a:p>
            <a:endParaRPr lang="en-US" dirty="0"/>
          </a:p>
          <a:p>
            <a:r>
              <a:rPr lang="en-US" dirty="0"/>
              <a:t>Fail to reject</a:t>
            </a:r>
          </a:p>
          <a:p>
            <a:pPr lvl="1"/>
            <a:r>
              <a:rPr lang="en-US" dirty="0"/>
              <a:t>there is </a:t>
            </a:r>
            <a:r>
              <a:rPr lang="en-US" i="1" dirty="0">
                <a:solidFill>
                  <a:srgbClr val="C00000"/>
                </a:solidFill>
              </a:rPr>
              <a:t>insufficient</a:t>
            </a:r>
            <a:r>
              <a:rPr lang="en-US" dirty="0"/>
              <a:t> evidence of a difference in mean between the two chip populations</a:t>
            </a:r>
          </a:p>
          <a:p>
            <a:endParaRPr lang="en-US" dirty="0"/>
          </a:p>
          <a:p>
            <a:r>
              <a:rPr lang="en-US" dirty="0"/>
              <a:t>Confidence interval is -7.42 to 6.02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27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Paired </a:t>
            </a:r>
            <a:r>
              <a:rPr lang="en-US" i="1" dirty="0"/>
              <a:t>t</a:t>
            </a:r>
            <a:r>
              <a:rPr lang="en-US" dirty="0"/>
              <a:t>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Methods for independent samples are </a:t>
            </a:r>
            <a:r>
              <a:rPr lang="en-US" b="1" dirty="0"/>
              <a:t>not</a:t>
            </a:r>
            <a:r>
              <a:rPr lang="en-US" dirty="0"/>
              <a:t> appropriate for paired data</a:t>
            </a:r>
          </a:p>
          <a:p>
            <a:endParaRPr lang="en-US" dirty="0"/>
          </a:p>
          <a:p>
            <a:r>
              <a:rPr lang="en-US" dirty="0"/>
              <a:t>Consider the case of two related observations, e.g. two observations per subject,  and you want to see whether the means of these two normally distributed variables differ from one another</a:t>
            </a:r>
          </a:p>
          <a:p>
            <a:endParaRPr lang="en-US" dirty="0"/>
          </a:p>
          <a:p>
            <a:r>
              <a:rPr lang="en-US" dirty="0"/>
              <a:t>Calculation of the </a:t>
            </a:r>
            <a:r>
              <a:rPr lang="en-US" i="1" dirty="0"/>
              <a:t>t</a:t>
            </a:r>
            <a:r>
              <a:rPr lang="en-US" dirty="0"/>
              <a:t>-statistic, 95% confidence intervals for the mean difference and </a:t>
            </a:r>
            <a:r>
              <a:rPr lang="en-US" i="1" dirty="0"/>
              <a:t>p</a:t>
            </a:r>
            <a:r>
              <a:rPr lang="en-US" dirty="0"/>
              <a:t>-values are estimated as for one-sample testing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571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697071" cy="4486275"/>
          </a:xfrm>
        </p:spPr>
        <p:txBody>
          <a:bodyPr/>
          <a:lstStyle/>
          <a:p>
            <a:r>
              <a:rPr lang="en-US" dirty="0"/>
              <a:t>14 patients were placed on a special diet to lose weight. Their weights were recorded </a:t>
            </a:r>
            <a:r>
              <a:rPr lang="en-US" i="1" dirty="0"/>
              <a:t>before</a:t>
            </a:r>
            <a:r>
              <a:rPr lang="en-US" dirty="0"/>
              <a:t> starting the diet and </a:t>
            </a:r>
            <a:r>
              <a:rPr lang="en-US" i="1" dirty="0"/>
              <a:t>after</a:t>
            </a:r>
            <a:r>
              <a:rPr lang="en-US" dirty="0"/>
              <a:t> one month</a:t>
            </a:r>
          </a:p>
          <a:p>
            <a:endParaRPr lang="en-US" dirty="0"/>
          </a:p>
          <a:p>
            <a:r>
              <a:rPr lang="en-US" dirty="0"/>
              <a:t>Question: Do the data provide evidence that the diet is effective?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7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9231399"/>
              </p:ext>
            </p:extLst>
          </p:nvPr>
        </p:nvGraphicFramePr>
        <p:xfrm>
          <a:off x="7074544" y="619443"/>
          <a:ext cx="3739983" cy="555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9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106">
                <a:tc>
                  <a:txBody>
                    <a:bodyPr/>
                    <a:lstStyle/>
                    <a:p>
                      <a:r>
                        <a:rPr lang="en-US" dirty="0"/>
                        <a:t>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Before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Difference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564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 : </a:t>
            </a:r>
            <a:r>
              <a:rPr lang="en-US" i="1" dirty="0"/>
              <a:t>µ</a:t>
            </a:r>
            <a:r>
              <a:rPr lang="en-US" baseline="-25000" dirty="0"/>
              <a:t>d</a:t>
            </a:r>
            <a:r>
              <a:rPr lang="en-US" dirty="0"/>
              <a:t> = 0    (Mean of the difference values is zero)</a:t>
            </a:r>
          </a:p>
          <a:p>
            <a:r>
              <a:rPr lang="en-US" i="1" dirty="0"/>
              <a:t>H</a:t>
            </a:r>
            <a:r>
              <a:rPr lang="en-US" baseline="-25000" dirty="0"/>
              <a:t>a</a:t>
            </a:r>
            <a:r>
              <a:rPr lang="en-US" dirty="0"/>
              <a:t> : </a:t>
            </a:r>
            <a:r>
              <a:rPr lang="en-US" i="1" dirty="0"/>
              <a:t>µ</a:t>
            </a:r>
            <a:r>
              <a:rPr lang="en-US" baseline="-25000" dirty="0"/>
              <a:t>d</a:t>
            </a:r>
            <a:r>
              <a:rPr lang="en-US" dirty="0"/>
              <a:t>  &gt; 0</a:t>
            </a:r>
          </a:p>
          <a:p>
            <a:endParaRPr lang="en-US" dirty="0"/>
          </a:p>
          <a:p>
            <a:r>
              <a:rPr lang="en-US" dirty="0" err="1"/>
              <a:t>x̅</a:t>
            </a:r>
            <a:r>
              <a:rPr lang="en-US" baseline="-25000" dirty="0" err="1"/>
              <a:t>d</a:t>
            </a:r>
            <a:r>
              <a:rPr lang="en-US" dirty="0"/>
              <a:t> = 2.5   </a:t>
            </a:r>
            <a:r>
              <a:rPr lang="en-US" dirty="0" err="1"/>
              <a:t>s</a:t>
            </a:r>
            <a:r>
              <a:rPr lang="en-US" baseline="-25000" dirty="0" err="1"/>
              <a:t>d</a:t>
            </a:r>
            <a:r>
              <a:rPr lang="en-US" dirty="0"/>
              <a:t> = 2.98   n=14</a:t>
            </a:r>
          </a:p>
          <a:p>
            <a:endParaRPr lang="en-US" dirty="0"/>
          </a:p>
          <a:p>
            <a:r>
              <a:rPr lang="en-US" dirty="0"/>
              <a:t>t </a:t>
            </a:r>
            <a:r>
              <a:rPr lang="en-GB" dirty="0"/>
              <a:t>= 2.5/(2.98 / √14) = 3.14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926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Critical Region (1-tailed) </a:t>
            </a:r>
            <a:r>
              <a:rPr lang="en-US" i="1" dirty="0"/>
              <a:t>t</a:t>
            </a:r>
            <a:r>
              <a:rPr lang="en-US" dirty="0"/>
              <a:t> &gt; 1.771</a:t>
            </a:r>
          </a:p>
          <a:p>
            <a:r>
              <a:rPr lang="en-US" dirty="0"/>
              <a:t>Reject </a:t>
            </a:r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 in </a:t>
            </a:r>
            <a:r>
              <a:rPr lang="en-US" dirty="0" err="1"/>
              <a:t>favour</a:t>
            </a:r>
            <a:r>
              <a:rPr lang="en-US" dirty="0"/>
              <a:t> of </a:t>
            </a:r>
            <a:r>
              <a:rPr lang="en-US" i="1" dirty="0"/>
              <a:t>H</a:t>
            </a:r>
            <a:r>
              <a:rPr lang="en-US" baseline="-25000" dirty="0"/>
              <a:t>a</a:t>
            </a:r>
          </a:p>
          <a:p>
            <a:endParaRPr lang="en-US" baseline="-25000" dirty="0"/>
          </a:p>
          <a:p>
            <a:r>
              <a:rPr lang="en-US" i="1" dirty="0"/>
              <a:t>p</a:t>
            </a:r>
            <a:r>
              <a:rPr lang="en-US" dirty="0"/>
              <a:t> value is the area to the right of 3.14 = 1 </a:t>
            </a:r>
            <a:r>
              <a:rPr lang="mr-IN" dirty="0"/>
              <a:t>–</a:t>
            </a:r>
            <a:r>
              <a:rPr lang="en-US" dirty="0"/>
              <a:t> 0.9961 = 0.0039</a:t>
            </a:r>
          </a:p>
          <a:p>
            <a:endParaRPr lang="en-US" dirty="0"/>
          </a:p>
          <a:p>
            <a:r>
              <a:rPr lang="en-US" dirty="0"/>
              <a:t>95% Confidence interval for </a:t>
            </a:r>
            <a:r>
              <a:rPr lang="en-US" i="1" dirty="0"/>
              <a:t>µ</a:t>
            </a:r>
            <a:r>
              <a:rPr lang="en-US" baseline="-25000" dirty="0"/>
              <a:t>d</a:t>
            </a:r>
            <a:r>
              <a:rPr lang="en-US" i="1" dirty="0"/>
              <a:t> = µ</a:t>
            </a:r>
            <a:r>
              <a:rPr lang="en-US" baseline="-25000" dirty="0"/>
              <a:t>2</a:t>
            </a:r>
            <a:r>
              <a:rPr lang="en-US" i="1" dirty="0"/>
              <a:t> </a:t>
            </a:r>
            <a:r>
              <a:rPr lang="mr-IN" dirty="0"/>
              <a:t>–</a:t>
            </a:r>
            <a:r>
              <a:rPr lang="en-US" i="1" dirty="0"/>
              <a:t> µ</a:t>
            </a:r>
            <a:r>
              <a:rPr lang="en-US" baseline="-25000" dirty="0"/>
              <a:t>1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064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Paired data </a:t>
            </a:r>
            <a:r>
              <a:rPr lang="mr-IN" dirty="0"/>
              <a:t>–</a:t>
            </a:r>
            <a:r>
              <a:rPr lang="en-US" dirty="0"/>
              <a:t> incorrect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the data were incorrectly </a:t>
            </a:r>
            <a:r>
              <a:rPr lang="en-US" dirty="0" err="1"/>
              <a:t>analysed</a:t>
            </a:r>
            <a:r>
              <a:rPr lang="en-US" dirty="0"/>
              <a:t> as </a:t>
            </a:r>
            <a:r>
              <a:rPr lang="en-US" i="1" dirty="0">
                <a:solidFill>
                  <a:srgbClr val="C00000"/>
                </a:solidFill>
              </a:rPr>
              <a:t>independent</a:t>
            </a:r>
            <a:r>
              <a:rPr lang="en-US" dirty="0"/>
              <a:t> data samples</a:t>
            </a:r>
          </a:p>
          <a:p>
            <a:endParaRPr lang="en-US" dirty="0"/>
          </a:p>
          <a:p>
            <a:r>
              <a:rPr lang="en-US" dirty="0"/>
              <a:t>We would find </a:t>
            </a:r>
            <a:r>
              <a:rPr lang="en-US" i="1" dirty="0"/>
              <a:t>t</a:t>
            </a:r>
            <a:r>
              <a:rPr lang="en-US" dirty="0"/>
              <a:t> = 0.8</a:t>
            </a:r>
          </a:p>
          <a:p>
            <a:endParaRPr lang="en-US" dirty="0"/>
          </a:p>
          <a:p>
            <a:r>
              <a:rPr lang="en-US" dirty="0"/>
              <a:t>This is an upper-tailed test with 14 + 14</a:t>
            </a:r>
            <a:r>
              <a:rPr lang="mr-IN" dirty="0">
                <a:solidFill>
                  <a:srgbClr val="2D32E3"/>
                </a:solidFill>
              </a:rPr>
              <a:t> </a:t>
            </a:r>
            <a:r>
              <a:rPr lang="mr-IN" dirty="0"/>
              <a:t>–</a:t>
            </a:r>
            <a:r>
              <a:rPr lang="mr-IN" dirty="0">
                <a:solidFill>
                  <a:srgbClr val="2D32E3"/>
                </a:solidFill>
              </a:rPr>
              <a:t> </a:t>
            </a:r>
            <a:r>
              <a:rPr lang="en-US" dirty="0"/>
              <a:t>2 = 26 </a:t>
            </a:r>
            <a:r>
              <a:rPr lang="en-US" i="1" dirty="0"/>
              <a:t>df</a:t>
            </a:r>
            <a:r>
              <a:rPr lang="en-US" dirty="0"/>
              <a:t> and </a:t>
            </a:r>
            <a:r>
              <a:rPr lang="en-US" i="1" dirty="0"/>
              <a:t>α</a:t>
            </a:r>
            <a:r>
              <a:rPr lang="en-US" dirty="0"/>
              <a:t> = 0.05 (5% significance level), therefore H</a:t>
            </a:r>
            <a:r>
              <a:rPr lang="en-US" baseline="-25000" dirty="0"/>
              <a:t>0</a:t>
            </a:r>
            <a:r>
              <a:rPr lang="en-US" dirty="0"/>
              <a:t> is rejected if </a:t>
            </a:r>
            <a:r>
              <a:rPr lang="en-US" i="1" dirty="0"/>
              <a:t>t</a:t>
            </a:r>
            <a:r>
              <a:rPr lang="en-US" dirty="0"/>
              <a:t> &gt; 1.706</a:t>
            </a:r>
          </a:p>
          <a:p>
            <a:r>
              <a:rPr lang="en-US" b="1" dirty="0"/>
              <a:t>Fail to reject </a:t>
            </a:r>
            <a:r>
              <a:rPr lang="mr-IN" dirty="0"/>
              <a:t>–</a:t>
            </a:r>
            <a:r>
              <a:rPr lang="en-US" dirty="0"/>
              <a:t> there is not sufficient evidence of a difference in the mean between the before and after weights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54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Wrong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Ignoring the paired structure of the data, we </a:t>
            </a:r>
            <a:r>
              <a:rPr lang="en-US" b="1" dirty="0"/>
              <a:t>incorrectly</a:t>
            </a:r>
            <a:r>
              <a:rPr lang="en-US" dirty="0"/>
              <a:t> concluded that there was no evidence for the effectiveness of the diet</a:t>
            </a:r>
          </a:p>
          <a:p>
            <a:endParaRPr lang="en-US" dirty="0"/>
          </a:p>
          <a:p>
            <a:r>
              <a:rPr lang="en-US" dirty="0"/>
              <a:t>When </a:t>
            </a:r>
            <a:r>
              <a:rPr lang="en-US" i="1" dirty="0"/>
              <a:t>pairing</a:t>
            </a:r>
            <a:r>
              <a:rPr lang="en-US" dirty="0"/>
              <a:t> is ignored the variability is inflated by </a:t>
            </a:r>
            <a:r>
              <a:rPr lang="en-US" i="1" dirty="0"/>
              <a:t>subject-to-subject</a:t>
            </a:r>
            <a:r>
              <a:rPr lang="en-US" dirty="0"/>
              <a:t> variation</a:t>
            </a:r>
          </a:p>
          <a:p>
            <a:endParaRPr lang="en-US" dirty="0"/>
          </a:p>
          <a:p>
            <a:r>
              <a:rPr lang="en-US" dirty="0"/>
              <a:t>The (correct) paired analysis eliminates this source of variability from the calculations, whereas the (incorrect) unpaired analysis includes 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843746" y="5780416"/>
            <a:ext cx="7375032" cy="52322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You need to use the right test for the type of 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62A40AB-2213-A947-B7C2-79AD025A8E9C}"/>
                  </a:ext>
                </a:extLst>
              </p14:cNvPr>
              <p14:cNvContentPartPr/>
              <p14:nvPr/>
            </p14:nvContentPartPr>
            <p14:xfrm>
              <a:off x="9825120" y="131724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62A40AB-2213-A947-B7C2-79AD025A8E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15760" y="13078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122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Methods for combining population data</a:t>
            </a:r>
          </a:p>
          <a:p>
            <a:r>
              <a:rPr lang="en-US" sz="4400" dirty="0"/>
              <a:t>Hypothesis testing</a:t>
            </a:r>
          </a:p>
          <a:p>
            <a:pPr lvl="1"/>
            <a:r>
              <a:rPr lang="en-US" sz="4000" dirty="0"/>
              <a:t>Single population</a:t>
            </a:r>
          </a:p>
          <a:p>
            <a:pPr lvl="1"/>
            <a:r>
              <a:rPr lang="en-US" sz="4000" dirty="0"/>
              <a:t>Two sample inference</a:t>
            </a:r>
          </a:p>
          <a:p>
            <a:pPr lvl="1"/>
            <a:r>
              <a:rPr lang="en-US" sz="4000" dirty="0"/>
              <a:t>Paired data</a:t>
            </a:r>
          </a:p>
          <a:p>
            <a:endParaRPr lang="en-US" sz="4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7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35</a:t>
            </a:fld>
            <a:endParaRPr lang="en-US"/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4501309"/>
            <a:ext cx="1087596" cy="99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98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B289A937-BB76-8849-9817-C27864E913BC}" vid="{6759FE46-AE8E-3244-9678-EBA8AA8A6E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Έγγραφο" ma:contentTypeID="0x010100A8E9AC2D8CFB8B41AABCC159999A4638" ma:contentTypeVersion="3" ma:contentTypeDescription="Δημιουργία νέου εγγράφου" ma:contentTypeScope="" ma:versionID="02d7452c1351a26e008847a89c774335">
  <xsd:schema xmlns:xsd="http://www.w3.org/2001/XMLSchema" xmlns:xs="http://www.w3.org/2001/XMLSchema" xmlns:p="http://schemas.microsoft.com/office/2006/metadata/properties" xmlns:ns2="4cb626c9-b1d3-40fc-bfd5-902d07b155e1" targetNamespace="http://schemas.microsoft.com/office/2006/metadata/properties" ma:root="true" ma:fieldsID="ffc36a5eaba856025c0230ad6c0aedf9" ns2:_="">
    <xsd:import namespace="4cb626c9-b1d3-40fc-bfd5-902d07b155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b626c9-b1d3-40fc-bfd5-902d07b155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Τύπος περιεχομένου"/>
        <xsd:element ref="dc:title" minOccurs="0" maxOccurs="1" ma:index="4" ma:displayName="Τίτλο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2C41B1C-46DB-45A9-B4AF-E837524E279E}"/>
</file>

<file path=customXml/itemProps2.xml><?xml version="1.0" encoding="utf-8"?>
<ds:datastoreItem xmlns:ds="http://schemas.openxmlformats.org/officeDocument/2006/customXml" ds:itemID="{30ED363A-5D36-4F34-B26F-EFD22B27D98A}"/>
</file>

<file path=customXml/itemProps3.xml><?xml version="1.0" encoding="utf-8"?>
<ds:datastoreItem xmlns:ds="http://schemas.openxmlformats.org/officeDocument/2006/customXml" ds:itemID="{92744F96-7461-42B8-9C8D-B5D25E6AF629}"/>
</file>

<file path=docProps/app.xml><?xml version="1.0" encoding="utf-8"?>
<Properties xmlns="http://schemas.openxmlformats.org/officeDocument/2006/extended-properties" xmlns:vt="http://schemas.openxmlformats.org/officeDocument/2006/docPropsVTypes">
  <Template>5MA506_201718</Template>
  <TotalTime>5420</TotalTime>
  <Words>2460</Words>
  <Application>Microsoft Macintosh PowerPoint</Application>
  <PresentationFormat>Widescreen</PresentationFormat>
  <Paragraphs>432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Lucida Sans Typewriter</vt:lpstr>
      <vt:lpstr>Times New Roman</vt:lpstr>
      <vt:lpstr>Office Theme</vt:lpstr>
      <vt:lpstr>Hypothesis testing and multiple populations</vt:lpstr>
      <vt:lpstr>Outline</vt:lpstr>
      <vt:lpstr>Confidence Interval when σ is unknown </vt:lpstr>
      <vt:lpstr>Student’s t Distribution</vt:lpstr>
      <vt:lpstr>Comparing Normal and t distributions</vt:lpstr>
      <vt:lpstr>Definition of t0.025 values</vt:lpstr>
      <vt:lpstr>Example</vt:lpstr>
      <vt:lpstr>Confidence intervals for 2 populations</vt:lpstr>
      <vt:lpstr>Example 2-population calculation</vt:lpstr>
      <vt:lpstr>Example 2-population calculation cont.</vt:lpstr>
      <vt:lpstr>Hypothesis testing</vt:lpstr>
      <vt:lpstr>Hypothesis testing - introduction</vt:lpstr>
      <vt:lpstr>Hypothesis testing - procedure</vt:lpstr>
      <vt:lpstr>Hypothesis testing: step 1</vt:lpstr>
      <vt:lpstr>Hypothesis testing: step 2</vt:lpstr>
      <vt:lpstr>Hypothesis testing: step 3</vt:lpstr>
      <vt:lpstr>Hypothesis testing: step 3 cont.</vt:lpstr>
      <vt:lpstr>Hypothesis testing: step 4</vt:lpstr>
      <vt:lpstr>p Values</vt:lpstr>
      <vt:lpstr>Two-tail and one-tail tests</vt:lpstr>
      <vt:lpstr>Two sample inference</vt:lpstr>
      <vt:lpstr>Example</vt:lpstr>
      <vt:lpstr>Two-sample t-test</vt:lpstr>
      <vt:lpstr>Two-sample t-test</vt:lpstr>
      <vt:lpstr>Two-sample t-test cont.</vt:lpstr>
      <vt:lpstr>Two-sample t-test cont.</vt:lpstr>
      <vt:lpstr>Example</vt:lpstr>
      <vt:lpstr>Example cont.</vt:lpstr>
      <vt:lpstr>Paired t-test</vt:lpstr>
      <vt:lpstr>Example</vt:lpstr>
      <vt:lpstr>Example</vt:lpstr>
      <vt:lpstr>Example </vt:lpstr>
      <vt:lpstr>Paired data – incorrect analysis</vt:lpstr>
      <vt:lpstr>Wrong conclusions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Week’s title</dc:title>
  <dc:creator>Lee Barnby</dc:creator>
  <cp:lastModifiedBy>Lee Barnby</cp:lastModifiedBy>
  <cp:revision>59</cp:revision>
  <cp:lastPrinted>2017-10-07T19:23:27Z</cp:lastPrinted>
  <dcterms:created xsi:type="dcterms:W3CDTF">2017-10-06T09:16:42Z</dcterms:created>
  <dcterms:modified xsi:type="dcterms:W3CDTF">2024-10-07T12:47:34Z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0x010100A8E9AC2D8CFB8B41AABCC159999A4638</vt:lpwstr>
  </property>
</Properties>
</file>