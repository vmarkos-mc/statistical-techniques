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58" r:id="rId5"/>
    <p:sldId id="259" r:id="rId6"/>
    <p:sldId id="260" r:id="rId7"/>
    <p:sldId id="262" r:id="rId8"/>
    <p:sldId id="261" r:id="rId9"/>
    <p:sldId id="275" r:id="rId10"/>
    <p:sldId id="263" r:id="rId11"/>
    <p:sldId id="264" r:id="rId12"/>
    <p:sldId id="265" r:id="rId13"/>
    <p:sldId id="268" r:id="rId14"/>
    <p:sldId id="274" r:id="rId15"/>
    <p:sldId id="270" r:id="rId16"/>
    <p:sldId id="272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3FB47-B63B-C740-BCC9-990841FC668C}" v="21" dt="2024-11-18T13:11:38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17"/>
    <p:restoredTop sz="95839"/>
  </p:normalViewPr>
  <p:slideViewPr>
    <p:cSldViewPr snapToGrid="0" snapToObjects="1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6983FB47-B63B-C740-BCC9-990841FC668C}"/>
    <pc:docChg chg="undo custSel addSld delSld modSld modMainMaster">
      <pc:chgData name="Lee Barnby" userId="39f99d8d-e7e3-4c24-8daa-b8927982594d" providerId="ADAL" clId="{6983FB47-B63B-C740-BCC9-990841FC668C}" dt="2024-11-18T13:53:32.005" v="1201" actId="1038"/>
      <pc:docMkLst>
        <pc:docMk/>
      </pc:docMkLst>
      <pc:sldChg chg="modSp mod">
        <pc:chgData name="Lee Barnby" userId="39f99d8d-e7e3-4c24-8daa-b8927982594d" providerId="ADAL" clId="{6983FB47-B63B-C740-BCC9-990841FC668C}" dt="2024-11-18T12:16:51.497" v="140" actId="207"/>
        <pc:sldMkLst>
          <pc:docMk/>
          <pc:sldMk cId="1408652796" sldId="256"/>
        </pc:sldMkLst>
        <pc:spChg chg="mod">
          <ac:chgData name="Lee Barnby" userId="39f99d8d-e7e3-4c24-8daa-b8927982594d" providerId="ADAL" clId="{6983FB47-B63B-C740-BCC9-990841FC668C}" dt="2024-11-18T12:16:51.497" v="140" actId="207"/>
          <ac:spMkLst>
            <pc:docMk/>
            <pc:sldMk cId="1408652796" sldId="256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6983FB47-B63B-C740-BCC9-990841FC668C}" dt="2024-11-18T12:16:57.406" v="141" actId="207"/>
        <pc:sldMkLst>
          <pc:docMk/>
          <pc:sldMk cId="500517159" sldId="257"/>
        </pc:sldMkLst>
        <pc:spChg chg="mod">
          <ac:chgData name="Lee Barnby" userId="39f99d8d-e7e3-4c24-8daa-b8927982594d" providerId="ADAL" clId="{6983FB47-B63B-C740-BCC9-990841FC668C}" dt="2024-11-18T12:16:57.406" v="141" actId="207"/>
          <ac:spMkLst>
            <pc:docMk/>
            <pc:sldMk cId="500517159" sldId="257"/>
            <ac:spMk id="2" creationId="{00000000-0000-0000-0000-000000000000}"/>
          </ac:spMkLst>
        </pc:spChg>
        <pc:spChg chg="mod">
          <ac:chgData name="Lee Barnby" userId="39f99d8d-e7e3-4c24-8daa-b8927982594d" providerId="ADAL" clId="{6983FB47-B63B-C740-BCC9-990841FC668C}" dt="2024-11-18T12:16:37.199" v="139" actId="20577"/>
          <ac:spMkLst>
            <pc:docMk/>
            <pc:sldMk cId="500517159" sldId="257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983FB47-B63B-C740-BCC9-990841FC668C}" dt="2024-11-18T12:17:05.007" v="143" actId="207"/>
        <pc:sldMkLst>
          <pc:docMk/>
          <pc:sldMk cId="448329358" sldId="258"/>
        </pc:sldMkLst>
        <pc:spChg chg="mod">
          <ac:chgData name="Lee Barnby" userId="39f99d8d-e7e3-4c24-8daa-b8927982594d" providerId="ADAL" clId="{6983FB47-B63B-C740-BCC9-990841FC668C}" dt="2024-11-18T12:17:05.007" v="143" actId="207"/>
          <ac:spMkLst>
            <pc:docMk/>
            <pc:sldMk cId="448329358" sldId="258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6983FB47-B63B-C740-BCC9-990841FC668C}" dt="2024-11-18T12:17:11.287" v="144" actId="207"/>
        <pc:sldMkLst>
          <pc:docMk/>
          <pc:sldMk cId="1242999247" sldId="259"/>
        </pc:sldMkLst>
        <pc:spChg chg="mod">
          <ac:chgData name="Lee Barnby" userId="39f99d8d-e7e3-4c24-8daa-b8927982594d" providerId="ADAL" clId="{6983FB47-B63B-C740-BCC9-990841FC668C}" dt="2024-11-18T12:17:11.287" v="144" actId="207"/>
          <ac:spMkLst>
            <pc:docMk/>
            <pc:sldMk cId="1242999247" sldId="259"/>
            <ac:spMk id="2" creationId="{00000000-0000-0000-0000-000000000000}"/>
          </ac:spMkLst>
        </pc:spChg>
        <pc:spChg chg="mod">
          <ac:chgData name="Lee Barnby" userId="39f99d8d-e7e3-4c24-8daa-b8927982594d" providerId="ADAL" clId="{6983FB47-B63B-C740-BCC9-990841FC668C}" dt="2024-11-18T11:45:34.670" v="61" actId="1076"/>
          <ac:spMkLst>
            <pc:docMk/>
            <pc:sldMk cId="1242999247" sldId="259"/>
            <ac:spMk id="3" creationId="{00000000-0000-0000-0000-000000000000}"/>
          </ac:spMkLst>
        </pc:spChg>
      </pc:sldChg>
      <pc:sldChg chg="addSp delSp modSp mod">
        <pc:chgData name="Lee Barnby" userId="39f99d8d-e7e3-4c24-8daa-b8927982594d" providerId="ADAL" clId="{6983FB47-B63B-C740-BCC9-990841FC668C}" dt="2024-11-18T12:17:22.387" v="146" actId="207"/>
        <pc:sldMkLst>
          <pc:docMk/>
          <pc:sldMk cId="1478870391" sldId="260"/>
        </pc:sldMkLst>
        <pc:spChg chg="mod">
          <ac:chgData name="Lee Barnby" userId="39f99d8d-e7e3-4c24-8daa-b8927982594d" providerId="ADAL" clId="{6983FB47-B63B-C740-BCC9-990841FC668C}" dt="2024-11-18T12:17:22.387" v="146" actId="207"/>
          <ac:spMkLst>
            <pc:docMk/>
            <pc:sldMk cId="1478870391" sldId="260"/>
            <ac:spMk id="2" creationId="{00000000-0000-0000-0000-000000000000}"/>
          </ac:spMkLst>
        </pc:spChg>
        <pc:picChg chg="mod">
          <ac:chgData name="Lee Barnby" userId="39f99d8d-e7e3-4c24-8daa-b8927982594d" providerId="ADAL" clId="{6983FB47-B63B-C740-BCC9-990841FC668C}" dt="2024-11-18T11:47:34.810" v="68" actId="1076"/>
          <ac:picMkLst>
            <pc:docMk/>
            <pc:sldMk cId="1478870391" sldId="260"/>
            <ac:picMk id="7" creationId="{00000000-0000-0000-0000-000000000000}"/>
          </ac:picMkLst>
        </pc:picChg>
        <pc:picChg chg="del">
          <ac:chgData name="Lee Barnby" userId="39f99d8d-e7e3-4c24-8daa-b8927982594d" providerId="ADAL" clId="{6983FB47-B63B-C740-BCC9-990841FC668C}" dt="2024-11-18T11:47:17.737" v="64" actId="478"/>
          <ac:picMkLst>
            <pc:docMk/>
            <pc:sldMk cId="1478870391" sldId="260"/>
            <ac:picMk id="9" creationId="{00000000-0000-0000-0000-000000000000}"/>
          </ac:picMkLst>
        </pc:picChg>
        <pc:picChg chg="add mod">
          <ac:chgData name="Lee Barnby" userId="39f99d8d-e7e3-4c24-8daa-b8927982594d" providerId="ADAL" clId="{6983FB47-B63B-C740-BCC9-990841FC668C}" dt="2024-11-18T11:47:28.498" v="66" actId="1076"/>
          <ac:picMkLst>
            <pc:docMk/>
            <pc:sldMk cId="1478870391" sldId="260"/>
            <ac:picMk id="13" creationId="{49595C21-E2AA-3F36-5680-D2CD1FB45551}"/>
          </ac:picMkLst>
        </pc:picChg>
      </pc:sldChg>
      <pc:sldChg chg="addSp delSp modSp mod">
        <pc:chgData name="Lee Barnby" userId="39f99d8d-e7e3-4c24-8daa-b8927982594d" providerId="ADAL" clId="{6983FB47-B63B-C740-BCC9-990841FC668C}" dt="2024-11-18T12:41:49.172" v="755" actId="1076"/>
        <pc:sldMkLst>
          <pc:docMk/>
          <pc:sldMk cId="859285870" sldId="261"/>
        </pc:sldMkLst>
        <pc:spChg chg="mod">
          <ac:chgData name="Lee Barnby" userId="39f99d8d-e7e3-4c24-8daa-b8927982594d" providerId="ADAL" clId="{6983FB47-B63B-C740-BCC9-990841FC668C}" dt="2024-11-18T12:18:35.510" v="180" actId="207"/>
          <ac:spMkLst>
            <pc:docMk/>
            <pc:sldMk cId="859285870" sldId="261"/>
            <ac:spMk id="2" creationId="{00000000-0000-0000-0000-000000000000}"/>
          </ac:spMkLst>
        </pc:spChg>
        <pc:graphicFrameChg chg="add mod modGraphic">
          <ac:chgData name="Lee Barnby" userId="39f99d8d-e7e3-4c24-8daa-b8927982594d" providerId="ADAL" clId="{6983FB47-B63B-C740-BCC9-990841FC668C}" dt="2024-11-18T12:41:49.172" v="755" actId="1076"/>
          <ac:graphicFrameMkLst>
            <pc:docMk/>
            <pc:sldMk cId="859285870" sldId="261"/>
            <ac:graphicFrameMk id="8" creationId="{488E0B0D-5F0B-ED45-1711-3840196F11AD}"/>
          </ac:graphicFrameMkLst>
        </pc:graphicFrameChg>
        <pc:picChg chg="del">
          <ac:chgData name="Lee Barnby" userId="39f99d8d-e7e3-4c24-8daa-b8927982594d" providerId="ADAL" clId="{6983FB47-B63B-C740-BCC9-990841FC668C}" dt="2024-11-18T12:24:07.534" v="335" actId="478"/>
          <ac:picMkLst>
            <pc:docMk/>
            <pc:sldMk cId="859285870" sldId="261"/>
            <ac:picMk id="9" creationId="{00000000-0000-0000-0000-000000000000}"/>
          </ac:picMkLst>
        </pc:picChg>
      </pc:sldChg>
      <pc:sldChg chg="modSp mod">
        <pc:chgData name="Lee Barnby" userId="39f99d8d-e7e3-4c24-8daa-b8927982594d" providerId="ADAL" clId="{6983FB47-B63B-C740-BCC9-990841FC668C}" dt="2024-11-18T12:18:20.181" v="179" actId="114"/>
        <pc:sldMkLst>
          <pc:docMk/>
          <pc:sldMk cId="1969087248" sldId="262"/>
        </pc:sldMkLst>
        <pc:spChg chg="mod">
          <ac:chgData name="Lee Barnby" userId="39f99d8d-e7e3-4c24-8daa-b8927982594d" providerId="ADAL" clId="{6983FB47-B63B-C740-BCC9-990841FC668C}" dt="2024-11-18T12:17:43.922" v="147" actId="207"/>
          <ac:spMkLst>
            <pc:docMk/>
            <pc:sldMk cId="1969087248" sldId="262"/>
            <ac:spMk id="2" creationId="{00000000-0000-0000-0000-000000000000}"/>
          </ac:spMkLst>
        </pc:spChg>
        <pc:spChg chg="mod">
          <ac:chgData name="Lee Barnby" userId="39f99d8d-e7e3-4c24-8daa-b8927982594d" providerId="ADAL" clId="{6983FB47-B63B-C740-BCC9-990841FC668C}" dt="2024-11-18T12:18:20.181" v="179" actId="114"/>
          <ac:spMkLst>
            <pc:docMk/>
            <pc:sldMk cId="1969087248" sldId="262"/>
            <ac:spMk id="8" creationId="{00000000-0000-0000-0000-000000000000}"/>
          </ac:spMkLst>
        </pc:spChg>
        <pc:spChg chg="mod">
          <ac:chgData name="Lee Barnby" userId="39f99d8d-e7e3-4c24-8daa-b8927982594d" providerId="ADAL" clId="{6983FB47-B63B-C740-BCC9-990841FC668C}" dt="2024-11-18T11:36:43.453" v="10" actId="114"/>
          <ac:spMkLst>
            <pc:docMk/>
            <pc:sldMk cId="1969087248" sldId="262"/>
            <ac:spMk id="9" creationId="{00000000-0000-0000-0000-000000000000}"/>
          </ac:spMkLst>
        </pc:spChg>
      </pc:sldChg>
      <pc:sldChg chg="modSp mod">
        <pc:chgData name="Lee Barnby" userId="39f99d8d-e7e3-4c24-8daa-b8927982594d" providerId="ADAL" clId="{6983FB47-B63B-C740-BCC9-990841FC668C}" dt="2024-11-18T11:11:37.243" v="3" actId="57"/>
        <pc:sldMkLst>
          <pc:docMk/>
          <pc:sldMk cId="526965919" sldId="265"/>
        </pc:sldMkLst>
        <pc:spChg chg="mod">
          <ac:chgData name="Lee Barnby" userId="39f99d8d-e7e3-4c24-8daa-b8927982594d" providerId="ADAL" clId="{6983FB47-B63B-C740-BCC9-990841FC668C}" dt="2024-11-18T11:11:37.243" v="3" actId="57"/>
          <ac:spMkLst>
            <pc:docMk/>
            <pc:sldMk cId="526965919" sldId="26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983FB47-B63B-C740-BCC9-990841FC668C}" dt="2024-11-18T12:17:01.332" v="142" actId="207"/>
        <pc:sldMkLst>
          <pc:docMk/>
          <pc:sldMk cId="1721852902" sldId="266"/>
        </pc:sldMkLst>
        <pc:spChg chg="mod">
          <ac:chgData name="Lee Barnby" userId="39f99d8d-e7e3-4c24-8daa-b8927982594d" providerId="ADAL" clId="{6983FB47-B63B-C740-BCC9-990841FC668C}" dt="2024-11-18T12:17:01.332" v="142" actId="207"/>
          <ac:spMkLst>
            <pc:docMk/>
            <pc:sldMk cId="1721852902" sldId="266"/>
            <ac:spMk id="2" creationId="{893E37A7-5FE5-0F4B-A20A-67E86B885F3D}"/>
          </ac:spMkLst>
        </pc:spChg>
      </pc:sldChg>
      <pc:sldChg chg="modSp mod">
        <pc:chgData name="Lee Barnby" userId="39f99d8d-e7e3-4c24-8daa-b8927982594d" providerId="ADAL" clId="{6983FB47-B63B-C740-BCC9-990841FC668C}" dt="2024-11-18T11:49:40.420" v="71" actId="14100"/>
        <pc:sldMkLst>
          <pc:docMk/>
          <pc:sldMk cId="1960867334" sldId="267"/>
        </pc:sldMkLst>
        <pc:graphicFrameChg chg="mod modGraphic">
          <ac:chgData name="Lee Barnby" userId="39f99d8d-e7e3-4c24-8daa-b8927982594d" providerId="ADAL" clId="{6983FB47-B63B-C740-BCC9-990841FC668C}" dt="2024-11-18T11:49:40.420" v="71" actId="14100"/>
          <ac:graphicFrameMkLst>
            <pc:docMk/>
            <pc:sldMk cId="1960867334" sldId="267"/>
            <ac:graphicFrameMk id="7" creationId="{5B9CE8D9-EADF-0A4B-A81C-9EC17AB7CD1A}"/>
          </ac:graphicFrameMkLst>
        </pc:graphicFrameChg>
      </pc:sldChg>
      <pc:sldChg chg="addSp delSp modSp mod">
        <pc:chgData name="Lee Barnby" userId="39f99d8d-e7e3-4c24-8daa-b8927982594d" providerId="ADAL" clId="{6983FB47-B63B-C740-BCC9-990841FC668C}" dt="2024-11-18T13:53:32.005" v="1201" actId="1038"/>
        <pc:sldMkLst>
          <pc:docMk/>
          <pc:sldMk cId="920940438" sldId="268"/>
        </pc:sldMkLst>
        <pc:spChg chg="del">
          <ac:chgData name="Lee Barnby" userId="39f99d8d-e7e3-4c24-8daa-b8927982594d" providerId="ADAL" clId="{6983FB47-B63B-C740-BCC9-990841FC668C}" dt="2024-11-18T13:09:04.393" v="1004" actId="478"/>
          <ac:spMkLst>
            <pc:docMk/>
            <pc:sldMk cId="920940438" sldId="268"/>
            <ac:spMk id="3" creationId="{BF706B7F-74AC-8A00-FE3B-E28E28198A99}"/>
          </ac:spMkLst>
        </pc:spChg>
        <pc:spChg chg="del mod">
          <ac:chgData name="Lee Barnby" userId="39f99d8d-e7e3-4c24-8daa-b8927982594d" providerId="ADAL" clId="{6983FB47-B63B-C740-BCC9-990841FC668C}" dt="2024-11-18T13:08:30.650" v="1002"/>
          <ac:spMkLst>
            <pc:docMk/>
            <pc:sldMk cId="920940438" sldId="268"/>
            <ac:spMk id="8" creationId="{9A6CDC1E-9805-2C10-FED9-8BCB60E0F781}"/>
          </ac:spMkLst>
        </pc:spChg>
        <pc:spChg chg="add del mod">
          <ac:chgData name="Lee Barnby" userId="39f99d8d-e7e3-4c24-8daa-b8927982594d" providerId="ADAL" clId="{6983FB47-B63B-C740-BCC9-990841FC668C}" dt="2024-11-18T13:52:44.577" v="1179" actId="478"/>
          <ac:spMkLst>
            <pc:docMk/>
            <pc:sldMk cId="920940438" sldId="268"/>
            <ac:spMk id="10" creationId="{F26AD41E-1D0F-D862-DE2D-FEC552D909C8}"/>
          </ac:spMkLst>
        </pc:spChg>
        <pc:spChg chg="add mod">
          <ac:chgData name="Lee Barnby" userId="39f99d8d-e7e3-4c24-8daa-b8927982594d" providerId="ADAL" clId="{6983FB47-B63B-C740-BCC9-990841FC668C}" dt="2024-11-18T13:52:54.973" v="1182" actId="1076"/>
          <ac:spMkLst>
            <pc:docMk/>
            <pc:sldMk cId="920940438" sldId="268"/>
            <ac:spMk id="11" creationId="{EE849121-0393-C77C-6053-0C5EDBEAA7B4}"/>
          </ac:spMkLst>
        </pc:spChg>
        <pc:spChg chg="add mod">
          <ac:chgData name="Lee Barnby" userId="39f99d8d-e7e3-4c24-8daa-b8927982594d" providerId="ADAL" clId="{6983FB47-B63B-C740-BCC9-990841FC668C}" dt="2024-11-18T13:10:21.627" v="1148" actId="1076"/>
          <ac:spMkLst>
            <pc:docMk/>
            <pc:sldMk cId="920940438" sldId="268"/>
            <ac:spMk id="12" creationId="{C9DE6306-5A9D-DB89-F692-F3CC599EF39E}"/>
          </ac:spMkLst>
        </pc:spChg>
        <pc:spChg chg="add mod">
          <ac:chgData name="Lee Barnby" userId="39f99d8d-e7e3-4c24-8daa-b8927982594d" providerId="ADAL" clId="{6983FB47-B63B-C740-BCC9-990841FC668C}" dt="2024-11-18T13:10:36.525" v="1150" actId="1076"/>
          <ac:spMkLst>
            <pc:docMk/>
            <pc:sldMk cId="920940438" sldId="268"/>
            <ac:spMk id="13" creationId="{D479DCFF-C5A0-D406-EFED-9E598570B55E}"/>
          </ac:spMkLst>
        </pc:spChg>
        <pc:spChg chg="add mod">
          <ac:chgData name="Lee Barnby" userId="39f99d8d-e7e3-4c24-8daa-b8927982594d" providerId="ADAL" clId="{6983FB47-B63B-C740-BCC9-990841FC668C}" dt="2024-11-18T13:10:52.108" v="1154" actId="1076"/>
          <ac:spMkLst>
            <pc:docMk/>
            <pc:sldMk cId="920940438" sldId="268"/>
            <ac:spMk id="16" creationId="{08F635DB-953E-4F60-7A87-3BFC38CB4C39}"/>
          </ac:spMkLst>
        </pc:spChg>
        <pc:spChg chg="add mod">
          <ac:chgData name="Lee Barnby" userId="39f99d8d-e7e3-4c24-8daa-b8927982594d" providerId="ADAL" clId="{6983FB47-B63B-C740-BCC9-990841FC668C}" dt="2024-11-18T13:11:00.078" v="1156" actId="1076"/>
          <ac:spMkLst>
            <pc:docMk/>
            <pc:sldMk cId="920940438" sldId="268"/>
            <ac:spMk id="17" creationId="{B63BFD8C-5308-05EB-DCF2-D0D3C739B04B}"/>
          </ac:spMkLst>
        </pc:spChg>
        <pc:spChg chg="add mod">
          <ac:chgData name="Lee Barnby" userId="39f99d8d-e7e3-4c24-8daa-b8927982594d" providerId="ADAL" clId="{6983FB47-B63B-C740-BCC9-990841FC668C}" dt="2024-11-18T13:11:14.666" v="1168" actId="1035"/>
          <ac:spMkLst>
            <pc:docMk/>
            <pc:sldMk cId="920940438" sldId="268"/>
            <ac:spMk id="18" creationId="{FB896BFE-6AE0-FD81-5DAF-87B7B84FFDCF}"/>
          </ac:spMkLst>
        </pc:spChg>
        <pc:spChg chg="add mod">
          <ac:chgData name="Lee Barnby" userId="39f99d8d-e7e3-4c24-8daa-b8927982594d" providerId="ADAL" clId="{6983FB47-B63B-C740-BCC9-990841FC668C}" dt="2024-11-18T13:11:25.244" v="1170" actId="1076"/>
          <ac:spMkLst>
            <pc:docMk/>
            <pc:sldMk cId="920940438" sldId="268"/>
            <ac:spMk id="19" creationId="{91E5A532-C9FC-98BC-DAF7-82FB4332A1F7}"/>
          </ac:spMkLst>
        </pc:spChg>
        <pc:spChg chg="add mod">
          <ac:chgData name="Lee Barnby" userId="39f99d8d-e7e3-4c24-8daa-b8927982594d" providerId="ADAL" clId="{6983FB47-B63B-C740-BCC9-990841FC668C}" dt="2024-11-18T13:11:31.311" v="1172" actId="1076"/>
          <ac:spMkLst>
            <pc:docMk/>
            <pc:sldMk cId="920940438" sldId="268"/>
            <ac:spMk id="20" creationId="{65FF40DB-1522-1934-EF16-104631A89048}"/>
          </ac:spMkLst>
        </pc:spChg>
        <pc:spChg chg="add mod">
          <ac:chgData name="Lee Barnby" userId="39f99d8d-e7e3-4c24-8daa-b8927982594d" providerId="ADAL" clId="{6983FB47-B63B-C740-BCC9-990841FC668C}" dt="2024-11-18T13:11:42.653" v="1175" actId="1076"/>
          <ac:spMkLst>
            <pc:docMk/>
            <pc:sldMk cId="920940438" sldId="268"/>
            <ac:spMk id="22" creationId="{C6173CDA-A18A-4A1A-1155-BE05F19C06A4}"/>
          </ac:spMkLst>
        </pc:spChg>
        <pc:spChg chg="add mod">
          <ac:chgData name="Lee Barnby" userId="39f99d8d-e7e3-4c24-8daa-b8927982594d" providerId="ADAL" clId="{6983FB47-B63B-C740-BCC9-990841FC668C}" dt="2024-11-18T13:52:47.621" v="1180" actId="1076"/>
          <ac:spMkLst>
            <pc:docMk/>
            <pc:sldMk cId="920940438" sldId="268"/>
            <ac:spMk id="24" creationId="{1F508CE3-3C38-4881-F7FE-C15795FADDF7}"/>
          </ac:spMkLst>
        </pc:spChg>
        <pc:graphicFrameChg chg="del">
          <ac:chgData name="Lee Barnby" userId="39f99d8d-e7e3-4c24-8daa-b8927982594d" providerId="ADAL" clId="{6983FB47-B63B-C740-BCC9-990841FC668C}" dt="2024-11-18T13:52:16.602" v="1177" actId="478"/>
          <ac:graphicFrameMkLst>
            <pc:docMk/>
            <pc:sldMk cId="920940438" sldId="268"/>
            <ac:graphicFrameMk id="9" creationId="{3EFA1EB1-B6E1-284A-9336-CCBCFA54C5D2}"/>
          </ac:graphicFrameMkLst>
        </pc:graphicFrameChg>
        <pc:picChg chg="mod">
          <ac:chgData name="Lee Barnby" userId="39f99d8d-e7e3-4c24-8daa-b8927982594d" providerId="ADAL" clId="{6983FB47-B63B-C740-BCC9-990841FC668C}" dt="2024-11-18T13:53:32.005" v="1201" actId="1038"/>
          <ac:picMkLst>
            <pc:docMk/>
            <pc:sldMk cId="920940438" sldId="268"/>
            <ac:picMk id="7" creationId="{D3A2EAA1-724D-374F-A6C4-D2937E80D5AC}"/>
          </ac:picMkLst>
        </pc:picChg>
        <pc:picChg chg="add mod">
          <ac:chgData name="Lee Barnby" userId="39f99d8d-e7e3-4c24-8daa-b8927982594d" providerId="ADAL" clId="{6983FB47-B63B-C740-BCC9-990841FC668C}" dt="2024-11-18T13:10:39.450" v="1151"/>
          <ac:picMkLst>
            <pc:docMk/>
            <pc:sldMk cId="920940438" sldId="268"/>
            <ac:picMk id="14" creationId="{BA71682E-753F-997F-7802-C6171133542A}"/>
          </ac:picMkLst>
        </pc:picChg>
        <pc:picChg chg="add mod">
          <ac:chgData name="Lee Barnby" userId="39f99d8d-e7e3-4c24-8daa-b8927982594d" providerId="ADAL" clId="{6983FB47-B63B-C740-BCC9-990841FC668C}" dt="2024-11-18T13:10:44.108" v="1152"/>
          <ac:picMkLst>
            <pc:docMk/>
            <pc:sldMk cId="920940438" sldId="268"/>
            <ac:picMk id="15" creationId="{74EE9E1E-43C3-0173-B5AC-EC6036CFE35B}"/>
          </ac:picMkLst>
        </pc:picChg>
        <pc:picChg chg="add mod">
          <ac:chgData name="Lee Barnby" userId="39f99d8d-e7e3-4c24-8daa-b8927982594d" providerId="ADAL" clId="{6983FB47-B63B-C740-BCC9-990841FC668C}" dt="2024-11-18T13:11:35.452" v="1173"/>
          <ac:picMkLst>
            <pc:docMk/>
            <pc:sldMk cId="920940438" sldId="268"/>
            <ac:picMk id="21" creationId="{EEFC1526-C942-BD53-F6EC-11EA057F29AE}"/>
          </ac:picMkLst>
        </pc:picChg>
        <pc:inkChg chg="del">
          <ac:chgData name="Lee Barnby" userId="39f99d8d-e7e3-4c24-8daa-b8927982594d" providerId="ADAL" clId="{6983FB47-B63B-C740-BCC9-990841FC668C}" dt="2024-11-18T13:09:00.746" v="1003" actId="478"/>
          <ac:inkMkLst>
            <pc:docMk/>
            <pc:sldMk cId="920940438" sldId="268"/>
            <ac:inkMk id="2" creationId="{8346E576-04C8-6C43-9FAD-5157A294653A}"/>
          </ac:inkMkLst>
        </pc:inkChg>
      </pc:sldChg>
      <pc:sldChg chg="del">
        <pc:chgData name="Lee Barnby" userId="39f99d8d-e7e3-4c24-8daa-b8927982594d" providerId="ADAL" clId="{6983FB47-B63B-C740-BCC9-990841FC668C}" dt="2024-11-18T12:44:00.758" v="778" actId="2696"/>
        <pc:sldMkLst>
          <pc:docMk/>
          <pc:sldMk cId="3339816090" sldId="269"/>
        </pc:sldMkLst>
      </pc:sldChg>
      <pc:sldChg chg="modSp mod">
        <pc:chgData name="Lee Barnby" userId="39f99d8d-e7e3-4c24-8daa-b8927982594d" providerId="ADAL" clId="{6983FB47-B63B-C740-BCC9-990841FC668C}" dt="2024-11-18T11:50:24.875" v="73" actId="207"/>
        <pc:sldMkLst>
          <pc:docMk/>
          <pc:sldMk cId="967964186" sldId="272"/>
        </pc:sldMkLst>
        <pc:spChg chg="mod">
          <ac:chgData name="Lee Barnby" userId="39f99d8d-e7e3-4c24-8daa-b8927982594d" providerId="ADAL" clId="{6983FB47-B63B-C740-BCC9-990841FC668C}" dt="2024-11-18T11:50:24.875" v="73" actId="207"/>
          <ac:spMkLst>
            <pc:docMk/>
            <pc:sldMk cId="967964186" sldId="272"/>
            <ac:spMk id="2" creationId="{B9A21276-D607-CA4F-9407-EE025B069458}"/>
          </ac:spMkLst>
        </pc:spChg>
        <pc:spChg chg="mod">
          <ac:chgData name="Lee Barnby" userId="39f99d8d-e7e3-4c24-8daa-b8927982594d" providerId="ADAL" clId="{6983FB47-B63B-C740-BCC9-990841FC668C}" dt="2024-11-18T11:50:16.474" v="72" actId="207"/>
          <ac:spMkLst>
            <pc:docMk/>
            <pc:sldMk cId="967964186" sldId="272"/>
            <ac:spMk id="3" creationId="{35DF9960-E676-2A44-A99F-5F6C8F0D62E5}"/>
          </ac:spMkLst>
        </pc:spChg>
      </pc:sldChg>
      <pc:sldChg chg="modSp mod">
        <pc:chgData name="Lee Barnby" userId="39f99d8d-e7e3-4c24-8daa-b8927982594d" providerId="ADAL" clId="{6983FB47-B63B-C740-BCC9-990841FC668C}" dt="2024-11-18T11:26:33.226" v="8" actId="1076"/>
        <pc:sldMkLst>
          <pc:docMk/>
          <pc:sldMk cId="2317174982" sldId="274"/>
        </pc:sldMkLst>
        <pc:spChg chg="mod">
          <ac:chgData name="Lee Barnby" userId="39f99d8d-e7e3-4c24-8daa-b8927982594d" providerId="ADAL" clId="{6983FB47-B63B-C740-BCC9-990841FC668C}" dt="2024-11-18T11:26:23.528" v="7" actId="20577"/>
          <ac:spMkLst>
            <pc:docMk/>
            <pc:sldMk cId="2317174982" sldId="274"/>
            <ac:spMk id="3" creationId="{8EA1F88F-6458-B919-DEFD-33ACF7DEAF7C}"/>
          </ac:spMkLst>
        </pc:spChg>
        <pc:spChg chg="mod">
          <ac:chgData name="Lee Barnby" userId="39f99d8d-e7e3-4c24-8daa-b8927982594d" providerId="ADAL" clId="{6983FB47-B63B-C740-BCC9-990841FC668C}" dt="2024-11-18T11:26:33.226" v="8" actId="1076"/>
          <ac:spMkLst>
            <pc:docMk/>
            <pc:sldMk cId="2317174982" sldId="274"/>
            <ac:spMk id="7" creationId="{86E057A4-F156-A823-87FC-AEC8022C85F2}"/>
          </ac:spMkLst>
        </pc:spChg>
      </pc:sldChg>
      <pc:sldChg chg="addSp delSp modSp add mod">
        <pc:chgData name="Lee Barnby" userId="39f99d8d-e7e3-4c24-8daa-b8927982594d" providerId="ADAL" clId="{6983FB47-B63B-C740-BCC9-990841FC668C}" dt="2024-11-18T12:43:46.103" v="777" actId="207"/>
        <pc:sldMkLst>
          <pc:docMk/>
          <pc:sldMk cId="1196395436" sldId="275"/>
        </pc:sldMkLst>
        <pc:spChg chg="add mod">
          <ac:chgData name="Lee Barnby" userId="39f99d8d-e7e3-4c24-8daa-b8927982594d" providerId="ADAL" clId="{6983FB47-B63B-C740-BCC9-990841FC668C}" dt="2024-11-18T12:43:46.103" v="777" actId="207"/>
          <ac:spMkLst>
            <pc:docMk/>
            <pc:sldMk cId="1196395436" sldId="275"/>
            <ac:spMk id="13" creationId="{A3192692-B904-734E-5AC3-C09D3F40C27A}"/>
          </ac:spMkLst>
        </pc:spChg>
        <pc:spChg chg="add mod">
          <ac:chgData name="Lee Barnby" userId="39f99d8d-e7e3-4c24-8daa-b8927982594d" providerId="ADAL" clId="{6983FB47-B63B-C740-BCC9-990841FC668C}" dt="2024-11-18T12:43:24.391" v="775" actId="114"/>
          <ac:spMkLst>
            <pc:docMk/>
            <pc:sldMk cId="1196395436" sldId="275"/>
            <ac:spMk id="14" creationId="{977EBBFA-2120-D8DD-1753-7875A96E5794}"/>
          </ac:spMkLst>
        </pc:spChg>
        <pc:graphicFrameChg chg="add mod modGraphic">
          <ac:chgData name="Lee Barnby" userId="39f99d8d-e7e3-4c24-8daa-b8927982594d" providerId="ADAL" clId="{6983FB47-B63B-C740-BCC9-990841FC668C}" dt="2024-11-18T12:25:16.454" v="343" actId="1076"/>
          <ac:graphicFrameMkLst>
            <pc:docMk/>
            <pc:sldMk cId="1196395436" sldId="275"/>
            <ac:graphicFrameMk id="3" creationId="{B424FC5C-7794-6BB3-81FE-B646163D7431}"/>
          </ac:graphicFrameMkLst>
        </pc:graphicFrameChg>
        <pc:graphicFrameChg chg="del modGraphic">
          <ac:chgData name="Lee Barnby" userId="39f99d8d-e7e3-4c24-8daa-b8927982594d" providerId="ADAL" clId="{6983FB47-B63B-C740-BCC9-990841FC668C}" dt="2024-11-18T12:38:17.116" v="571" actId="478"/>
          <ac:graphicFrameMkLst>
            <pc:docMk/>
            <pc:sldMk cId="1196395436" sldId="275"/>
            <ac:graphicFrameMk id="7" creationId="{99F3D28D-180C-00E8-F8FD-0846DCF95CE8}"/>
          </ac:graphicFrameMkLst>
        </pc:graphicFrameChg>
        <pc:graphicFrameChg chg="add del mod modGraphic">
          <ac:chgData name="Lee Barnby" userId="39f99d8d-e7e3-4c24-8daa-b8927982594d" providerId="ADAL" clId="{6983FB47-B63B-C740-BCC9-990841FC668C}" dt="2024-11-18T12:27:34.111" v="349" actId="3680"/>
          <ac:graphicFrameMkLst>
            <pc:docMk/>
            <pc:sldMk cId="1196395436" sldId="275"/>
            <ac:graphicFrameMk id="8" creationId="{5FBEB66A-13A3-A64E-47EA-233CD4B054DA}"/>
          </ac:graphicFrameMkLst>
        </pc:graphicFrameChg>
        <pc:graphicFrameChg chg="add del">
          <ac:chgData name="Lee Barnby" userId="39f99d8d-e7e3-4c24-8daa-b8927982594d" providerId="ADAL" clId="{6983FB47-B63B-C740-BCC9-990841FC668C}" dt="2024-11-18T12:28:09.913" v="351" actId="3680"/>
          <ac:graphicFrameMkLst>
            <pc:docMk/>
            <pc:sldMk cId="1196395436" sldId="275"/>
            <ac:graphicFrameMk id="10" creationId="{BBFDFCDC-4B3C-F362-E1F0-A5B98F40FD1D}"/>
          </ac:graphicFrameMkLst>
        </pc:graphicFrameChg>
        <pc:graphicFrameChg chg="add mod modGraphic">
          <ac:chgData name="Lee Barnby" userId="39f99d8d-e7e3-4c24-8daa-b8927982594d" providerId="ADAL" clId="{6983FB47-B63B-C740-BCC9-990841FC668C}" dt="2024-11-18T12:42:19.587" v="759" actId="1076"/>
          <ac:graphicFrameMkLst>
            <pc:docMk/>
            <pc:sldMk cId="1196395436" sldId="275"/>
            <ac:graphicFrameMk id="11" creationId="{4F78491E-ECCA-3D31-D4F3-8B9F998037D1}"/>
          </ac:graphicFrameMkLst>
        </pc:graphicFrameChg>
        <pc:picChg chg="del">
          <ac:chgData name="Lee Barnby" userId="39f99d8d-e7e3-4c24-8daa-b8927982594d" providerId="ADAL" clId="{6983FB47-B63B-C740-BCC9-990841FC668C}" dt="2024-11-18T12:23:36.611" v="333" actId="478"/>
          <ac:picMkLst>
            <pc:docMk/>
            <pc:sldMk cId="1196395436" sldId="275"/>
            <ac:picMk id="9" creationId="{CF30CCDF-89C8-D95A-99B1-B76CA3DCA8FA}"/>
          </ac:picMkLst>
        </pc:picChg>
        <pc:inkChg chg="del mod">
          <ac:chgData name="Lee Barnby" userId="39f99d8d-e7e3-4c24-8daa-b8927982594d" providerId="ADAL" clId="{6983FB47-B63B-C740-BCC9-990841FC668C}" dt="2024-11-18T12:40:59.662" v="752" actId="478"/>
          <ac:inkMkLst>
            <pc:docMk/>
            <pc:sldMk cId="1196395436" sldId="275"/>
            <ac:inkMk id="2" creationId="{BEC56A8B-1BC3-C272-5BC1-DFAF50E0FDCC}"/>
          </ac:inkMkLst>
        </pc:inkChg>
      </pc:sldChg>
      <pc:sldMasterChg chg="modSldLayout">
        <pc:chgData name="Lee Barnby" userId="39f99d8d-e7e3-4c24-8daa-b8927982594d" providerId="ADAL" clId="{6983FB47-B63B-C740-BCC9-990841FC668C}" dt="2024-11-18T11:10:41.539" v="0" actId="207"/>
        <pc:sldMasterMkLst>
          <pc:docMk/>
          <pc:sldMasterMk cId="1811904389" sldId="2147483648"/>
        </pc:sldMasterMkLst>
        <pc:sldLayoutChg chg="modSp">
          <pc:chgData name="Lee Barnby" userId="39f99d8d-e7e3-4c24-8daa-b8927982594d" providerId="ADAL" clId="{6983FB47-B63B-C740-BCC9-990841FC668C}" dt="2024-11-18T11:10:41.539" v="0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6983FB47-B63B-C740-BCC9-990841FC668C}" dt="2024-11-18T11:10:41.539" v="0" actId="207"/>
            <ac:spMkLst>
              <pc:docMk/>
              <pc:sldMasterMk cId="1811904389" sldId="2147483648"/>
              <pc:sldLayoutMk cId="393266039" sldId="2147483650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6983FB47-B63B-C740-BCC9-990841FC668C}" dt="2024-11-18T11:10:41.539" v="0" actId="207"/>
            <ac:spMkLst>
              <pc:docMk/>
              <pc:sldMasterMk cId="1811904389" sldId="2147483648"/>
              <pc:sldLayoutMk cId="393266039" sldId="2147483650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6983FB47-B63B-C740-BCC9-990841FC668C}" dt="2024-11-18T11:10:41.539" v="0" actId="207"/>
            <ac:spMkLst>
              <pc:docMk/>
              <pc:sldMasterMk cId="1811904389" sldId="2147483648"/>
              <pc:sldLayoutMk cId="393266039" sldId="2147483650"/>
              <ac:spMk id="6" creationId="{00000000-0000-0000-0000-000000000000}"/>
            </ac:spMkLst>
          </pc:spChg>
        </pc:sldLayoutChg>
      </pc:sldMasterChg>
    </pc:docChg>
  </pc:docChgLst>
  <pc:docChgLst>
    <pc:chgData name="Lee Barnby" userId="39f99d8d-e7e3-4c24-8daa-b8927982594d" providerId="ADAL" clId="{6B2FCEC5-D6CA-1148-92CE-AF5C2ADB2266}"/>
    <pc:docChg chg="modSld">
      <pc:chgData name="Lee Barnby" userId="39f99d8d-e7e3-4c24-8daa-b8927982594d" providerId="ADAL" clId="{6B2FCEC5-D6CA-1148-92CE-AF5C2ADB2266}" dt="2020-11-20T08:58:27.518" v="30" actId="1036"/>
      <pc:docMkLst>
        <pc:docMk/>
      </pc:docMkLst>
      <pc:sldChg chg="modSp mod">
        <pc:chgData name="Lee Barnby" userId="39f99d8d-e7e3-4c24-8daa-b8927982594d" providerId="ADAL" clId="{6B2FCEC5-D6CA-1148-92CE-AF5C2ADB2266}" dt="2020-11-20T08:44:03.524" v="19" actId="20577"/>
        <pc:sldMkLst>
          <pc:docMk/>
          <pc:sldMk cId="1408652796" sldId="256"/>
        </pc:sldMkLst>
      </pc:sldChg>
      <pc:sldChg chg="addSp modSp mod">
        <pc:chgData name="Lee Barnby" userId="39f99d8d-e7e3-4c24-8daa-b8927982594d" providerId="ADAL" clId="{6B2FCEC5-D6CA-1148-92CE-AF5C2ADB2266}" dt="2020-11-20T08:58:27.518" v="30" actId="1036"/>
        <pc:sldMkLst>
          <pc:docMk/>
          <pc:sldMk cId="1478870391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3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0691898.2010.1188948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gwa.com/en/explainers/412129796494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s.stackexchange.com/questions/91872/alternatives-to-one-way-anova-for-heteroskedastic-dat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Further non-parametric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405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Methods 2</a:t>
            </a:r>
          </a:p>
          <a:p>
            <a:r>
              <a:rPr lang="en-US" sz="2400" dirty="0"/>
              <a:t>Week 8, Autumn Semester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L.Barnby@derby.ac.uk</a:t>
            </a:r>
            <a:r>
              <a:rPr lang="en-US" dirty="0"/>
              <a:t> - 7MA505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8975F8-AA95-0743-857C-F438D79E6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2" y="4608513"/>
            <a:ext cx="4144736" cy="185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of last week</a:t>
            </a:r>
          </a:p>
          <a:p>
            <a:r>
              <a:rPr lang="en-GB" dirty="0"/>
              <a:t>Worked examples with non-parametric tests</a:t>
            </a:r>
          </a:p>
          <a:p>
            <a:pPr lvl="1"/>
            <a:r>
              <a:rPr lang="en-GB" dirty="0"/>
              <a:t>Wilcoxon signed-rank test</a:t>
            </a:r>
          </a:p>
          <a:p>
            <a:pPr lvl="1"/>
            <a:r>
              <a:rPr lang="en-GB" dirty="0"/>
              <a:t>Two-sample Wilcoxon test</a:t>
            </a:r>
          </a:p>
          <a:p>
            <a:pPr lvl="1"/>
            <a:r>
              <a:rPr lang="en-GB" dirty="0"/>
              <a:t>Sign Test</a:t>
            </a:r>
          </a:p>
          <a:p>
            <a:r>
              <a:rPr lang="en-GB" dirty="0"/>
              <a:t>Further tests for correlation and groups</a:t>
            </a:r>
          </a:p>
          <a:p>
            <a:r>
              <a:rPr lang="en-GB" dirty="0"/>
              <a:t>Summary: How to choose your test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37A7-5FE5-0F4B-A20A-67E86B88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1D5A-295F-E841-949C-D817D9B7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idea of Type I and II errors, power of a test</a:t>
            </a:r>
          </a:p>
          <a:p>
            <a:r>
              <a:rPr lang="en-US" dirty="0"/>
              <a:t>First look at non-parametric tests</a:t>
            </a:r>
          </a:p>
          <a:p>
            <a:pPr lvl="1"/>
            <a:r>
              <a:rPr lang="en-US" dirty="0"/>
              <a:t>For use when assumptions about normality of underlying data may not be valid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05E0F-D1B8-9347-92AF-E7A9FBD1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1E063-2CBB-5C48-8CA0-5EC9C28A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59CE9-77B5-064A-BEED-8EBC0867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5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Wilcoxon signed rank test: Cola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manufacturer of a cola claims that the average caffeine content in a bottle of their cola is 0.64. </a:t>
            </a:r>
          </a:p>
          <a:p>
            <a:r>
              <a:rPr lang="en-US" dirty="0"/>
              <a:t>The caffeine content of 16 randomly selected bottles of cola are given as follows: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Investigate the manufacturer’s claim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077257"/>
              </p:ext>
            </p:extLst>
          </p:nvPr>
        </p:nvGraphicFramePr>
        <p:xfrm>
          <a:off x="1854200" y="3831835"/>
          <a:ext cx="8128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32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428" y="1365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Cola example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62088"/>
            <a:ext cx="427923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Follow the steps…</a:t>
            </a:r>
          </a:p>
          <a:p>
            <a:r>
              <a:rPr lang="en-US" dirty="0"/>
              <a:t>Subtract the hypothesized mean</a:t>
            </a:r>
          </a:p>
          <a:p>
            <a:r>
              <a:rPr lang="en-US" dirty="0"/>
              <a:t>Rank data according to </a:t>
            </a:r>
            <a:r>
              <a:rPr lang="en-US" i="1" dirty="0"/>
              <a:t>absolute</a:t>
            </a:r>
            <a:r>
              <a:rPr lang="en-US" dirty="0"/>
              <a:t> value</a:t>
            </a:r>
          </a:p>
          <a:p>
            <a:r>
              <a:rPr lang="en-US" b="1" dirty="0"/>
              <a:t>Tied data </a:t>
            </a:r>
            <a:r>
              <a:rPr lang="en-US" dirty="0"/>
              <a:t>get equal </a:t>
            </a:r>
            <a:r>
              <a:rPr lang="en-US" i="1" dirty="0"/>
              <a:t>average</a:t>
            </a:r>
            <a:r>
              <a:rPr lang="en-US" dirty="0"/>
              <a:t> rank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1.5 for first two values</a:t>
            </a:r>
          </a:p>
          <a:p>
            <a:r>
              <a:rPr lang="en-US" dirty="0"/>
              <a:t>Calculate </a:t>
            </a:r>
            <a:r>
              <a:rPr lang="en-US" i="1" dirty="0"/>
              <a:t>T</a:t>
            </a:r>
            <a:r>
              <a:rPr lang="en-US" baseline="-25000" dirty="0"/>
              <a:t>+</a:t>
            </a:r>
            <a:r>
              <a:rPr lang="en-US" dirty="0"/>
              <a:t> and </a:t>
            </a:r>
            <a:r>
              <a:rPr lang="en-US" i="1" dirty="0"/>
              <a:t>T</a:t>
            </a:r>
            <a:r>
              <a:rPr lang="en-US" i="1" baseline="-25000" dirty="0"/>
              <a:t>-</a:t>
            </a:r>
          </a:p>
          <a:p>
            <a:pPr lvl="1"/>
            <a:r>
              <a:rPr lang="en-US" i="1" dirty="0"/>
              <a:t>T</a:t>
            </a:r>
            <a:r>
              <a:rPr lang="en-US" i="1" baseline="-25000" dirty="0"/>
              <a:t>-</a:t>
            </a:r>
            <a:r>
              <a:rPr lang="en-US" dirty="0"/>
              <a:t> = 26.5, </a:t>
            </a:r>
            <a:r>
              <a:rPr lang="en-US" i="1" dirty="0"/>
              <a:t>T</a:t>
            </a:r>
            <a:r>
              <a:rPr lang="en-US" baseline="-25000" dirty="0"/>
              <a:t>+</a:t>
            </a:r>
            <a:r>
              <a:rPr lang="en-US" dirty="0"/>
              <a:t> = 109.5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37078"/>
              </p:ext>
            </p:extLst>
          </p:nvPr>
        </p:nvGraphicFramePr>
        <p:xfrm>
          <a:off x="5529176" y="138430"/>
          <a:ext cx="276815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Data - 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07123"/>
              </p:ext>
            </p:extLst>
          </p:nvPr>
        </p:nvGraphicFramePr>
        <p:xfrm>
          <a:off x="8814244" y="138430"/>
          <a:ext cx="276815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Ranked </a:t>
                      </a:r>
                      <a:r>
                        <a:rPr lang="en-US" sz="1600" dirty="0"/>
                        <a:t>Data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 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 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 (6)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6.5(7)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0.07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(12)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(13)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(14)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0995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99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Cola example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smaller of </a:t>
            </a:r>
            <a:r>
              <a:rPr lang="en-US" i="1" dirty="0"/>
              <a:t>T</a:t>
            </a:r>
            <a:r>
              <a:rPr lang="en-US" baseline="-25000" dirty="0"/>
              <a:t>+</a:t>
            </a:r>
            <a:r>
              <a:rPr lang="en-US" dirty="0"/>
              <a:t> and </a:t>
            </a:r>
            <a:r>
              <a:rPr lang="en-US" i="1" dirty="0"/>
              <a:t>T</a:t>
            </a:r>
            <a:r>
              <a:rPr lang="en-US" i="1" baseline="-25000" dirty="0"/>
              <a:t>-</a:t>
            </a:r>
            <a:r>
              <a:rPr lang="en-US" i="1" dirty="0"/>
              <a:t> </a:t>
            </a:r>
            <a:r>
              <a:rPr lang="en-US" dirty="0"/>
              <a:t>compare to tables:</a:t>
            </a:r>
          </a:p>
          <a:p>
            <a:pPr lvl="1"/>
            <a:r>
              <a:rPr lang="en-US" dirty="0"/>
              <a:t>5% value = 30</a:t>
            </a:r>
          </a:p>
          <a:p>
            <a:r>
              <a:rPr lang="en-US" dirty="0"/>
              <a:t>Reject/Accept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at 5% level</a:t>
            </a:r>
          </a:p>
          <a:p>
            <a:endParaRPr lang="en-US" dirty="0"/>
          </a:p>
          <a:p>
            <a:r>
              <a:rPr lang="en-US" dirty="0"/>
              <a:t>Or use normal approximation</a:t>
            </a:r>
          </a:p>
          <a:p>
            <a:endParaRPr lang="en-US" dirty="0"/>
          </a:p>
          <a:p>
            <a:r>
              <a:rPr lang="en-US" dirty="0"/>
              <a:t>Where: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857" y="3357783"/>
            <a:ext cx="3202928" cy="12870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5161757"/>
            <a:ext cx="3124200" cy="965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2760" y="520054"/>
            <a:ext cx="4206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Of course you can use R with the 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wilcox.test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sz="2400" i="1" dirty="0"/>
              <a:t> command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71498-C650-8547-8EBC-FBFC2405F0BA}"/>
              </a:ext>
            </a:extLst>
          </p:cNvPr>
          <p:cNvSpPr txBox="1"/>
          <p:nvPr/>
        </p:nvSpPr>
        <p:spPr>
          <a:xfrm>
            <a:off x="5439003" y="2415998"/>
            <a:ext cx="271439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/>
              <a:t>R</a:t>
            </a:r>
          </a:p>
          <a:p>
            <a:r>
              <a:rPr lang="en-US" dirty="0" err="1">
                <a:latin typeface="Simplified Arabic Fixed" panose="020F0502020204030204" pitchFamily="34" charset="0"/>
                <a:cs typeface="Simplified Arabic Fixed" panose="020F0502020204030204" pitchFamily="34" charset="0"/>
              </a:rPr>
              <a:t>psignrank</a:t>
            </a:r>
            <a:r>
              <a:rPr lang="en-US" dirty="0">
                <a:latin typeface="Simplified Arabic Fixed" panose="020F0502020204030204" pitchFamily="34" charset="0"/>
                <a:cs typeface="Simplified Arabic Fixed" panose="020F0502020204030204" pitchFamily="34" charset="0"/>
              </a:rPr>
              <a:t>(24.5,16)</a:t>
            </a:r>
          </a:p>
          <a:p>
            <a:r>
              <a:rPr lang="en-US" dirty="0"/>
              <a:t>&gt; 0.01248169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FD870-463C-E248-AF18-E2EDC8CE5B66}"/>
              </a:ext>
            </a:extLst>
          </p:cNvPr>
          <p:cNvSpPr txBox="1"/>
          <p:nvPr/>
        </p:nvSpPr>
        <p:spPr>
          <a:xfrm>
            <a:off x="8405970" y="1646238"/>
            <a:ext cx="286745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/>
              <a:t>R</a:t>
            </a:r>
          </a:p>
          <a:p>
            <a:r>
              <a:rPr lang="en-US" dirty="0" err="1">
                <a:latin typeface="Simplified Arabic Fixed" panose="020F0502020204030204" pitchFamily="34" charset="0"/>
                <a:cs typeface="Simplified Arabic Fixed" panose="020F0502020204030204" pitchFamily="34" charset="0"/>
              </a:rPr>
              <a:t>qsignrank</a:t>
            </a:r>
            <a:r>
              <a:rPr lang="en-US" dirty="0">
                <a:latin typeface="Simplified Arabic Fixed" panose="020F0502020204030204" pitchFamily="34" charset="0"/>
                <a:cs typeface="Simplified Arabic Fixed" panose="020F0502020204030204" pitchFamily="34" charset="0"/>
              </a:rPr>
              <a:t>(0.025,16)</a:t>
            </a:r>
          </a:p>
          <a:p>
            <a:r>
              <a:rPr lang="en-US" dirty="0"/>
              <a:t>&gt; 30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595C21-E2AA-3F36-5680-D2CD1FB45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155" y="4938878"/>
            <a:ext cx="5295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7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91000" cy="14605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 approximation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866" y="496126"/>
            <a:ext cx="5571067" cy="586022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7033" y="1856578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Where does it come from? </a:t>
            </a:r>
            <a:r>
              <a:rPr lang="en-US" sz="2400" dirty="0"/>
              <a:t>Calculated by considering number of ways of achieving a ranking sum for </a:t>
            </a:r>
            <a:r>
              <a:rPr lang="en-US" sz="2400" i="1" dirty="0"/>
              <a:t>n</a:t>
            </a:r>
            <a:r>
              <a:rPr lang="en-US" sz="2400" dirty="0"/>
              <a:t> 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033" y="3737132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Carine A. </a:t>
            </a:r>
            <a:r>
              <a:rPr lang="en-GB" dirty="0" err="1"/>
              <a:t>Bellera</a:t>
            </a:r>
            <a:r>
              <a:rPr lang="en-GB" dirty="0"/>
              <a:t>, </a:t>
            </a:r>
            <a:r>
              <a:rPr lang="en-GB" dirty="0" err="1"/>
              <a:t>Marilyse</a:t>
            </a:r>
            <a:r>
              <a:rPr lang="en-GB" dirty="0"/>
              <a:t> Julien &amp; James A. Hanley (2010) </a:t>
            </a:r>
            <a:r>
              <a:rPr lang="en-GB" i="1" dirty="0"/>
              <a:t>Normal Approximations to the Distributions of the Wilcoxon Statistics: Accurate to What N? Graphical Insights, Journal of Statistics Education</a:t>
            </a:r>
            <a:r>
              <a:rPr lang="en-GB" dirty="0"/>
              <a:t>, 18:2</a:t>
            </a:r>
          </a:p>
          <a:p>
            <a:r>
              <a:rPr lang="en-US" dirty="0">
                <a:hlinkClick r:id="rId3"/>
              </a:rPr>
              <a:t>https://doi.org/10.1080/10691898.2010.11889486</a:t>
            </a:r>
            <a:r>
              <a:rPr lang="en-US" dirty="0"/>
              <a:t> (Open Access)</a:t>
            </a:r>
          </a:p>
        </p:txBody>
      </p:sp>
    </p:spTree>
    <p:extLst>
      <p:ext uri="{BB962C8B-B14F-4D97-AF65-F5344CB8AC3E}">
        <p14:creationId xmlns:p14="http://schemas.microsoft.com/office/powerpoint/2010/main" val="1969087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Two-sample Wilcoxon test: Car mileages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Mileage performance tests were conducted for two models of car </a:t>
            </a:r>
          </a:p>
          <a:p>
            <a:r>
              <a:rPr lang="en-US" dirty="0"/>
              <a:t>Twelve of each model were randomly selected and the miles per gallon rating for each model was developed based on 1000 miles of motorway driving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162800" y="1408410"/>
            <a:ext cx="4487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Also called the </a:t>
            </a:r>
            <a:r>
              <a:rPr lang="en-US" sz="2400" b="1" i="1" dirty="0">
                <a:solidFill>
                  <a:srgbClr val="C00000"/>
                </a:solidFill>
              </a:rPr>
              <a:t>Mann-Whitney</a:t>
            </a:r>
            <a:r>
              <a:rPr lang="en-US" sz="2400" i="1" dirty="0"/>
              <a:t> test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8E0B0D-5F0B-ED45-1711-3840196F1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567017"/>
              </p:ext>
            </p:extLst>
          </p:nvPr>
        </p:nvGraphicFramePr>
        <p:xfrm>
          <a:off x="1179628" y="4001294"/>
          <a:ext cx="9832744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968062">
                  <a:extLst>
                    <a:ext uri="{9D8B030D-6E8A-4147-A177-3AD203B41FA5}">
                      <a16:colId xmlns:a16="http://schemas.microsoft.com/office/drawing/2014/main" val="755662992"/>
                    </a:ext>
                  </a:extLst>
                </a:gridCol>
                <a:gridCol w="639357">
                  <a:extLst>
                    <a:ext uri="{9D8B030D-6E8A-4147-A177-3AD203B41FA5}">
                      <a16:colId xmlns:a16="http://schemas.microsoft.com/office/drawing/2014/main" val="362547716"/>
                    </a:ext>
                  </a:extLst>
                </a:gridCol>
                <a:gridCol w="661675">
                  <a:extLst>
                    <a:ext uri="{9D8B030D-6E8A-4147-A177-3AD203B41FA5}">
                      <a16:colId xmlns:a16="http://schemas.microsoft.com/office/drawing/2014/main" val="3320072908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244423785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2455511222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639726634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0138457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299186788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349266324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2762526136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388708356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003307025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7522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3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19..1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98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28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0E95-7C03-B3F2-232F-A4FE708C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F6AE-6E62-34DF-E4B2-DAD988F7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81BDD-198F-E474-EC05-69F07792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77D86-B398-17ED-98E9-872A7901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24FC5C-7794-6BB3-81FE-B646163D7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36507"/>
              </p:ext>
            </p:extLst>
          </p:nvPr>
        </p:nvGraphicFramePr>
        <p:xfrm>
          <a:off x="838200" y="697457"/>
          <a:ext cx="9832744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968062">
                  <a:extLst>
                    <a:ext uri="{9D8B030D-6E8A-4147-A177-3AD203B41FA5}">
                      <a16:colId xmlns:a16="http://schemas.microsoft.com/office/drawing/2014/main" val="755662992"/>
                    </a:ext>
                  </a:extLst>
                </a:gridCol>
                <a:gridCol w="639357">
                  <a:extLst>
                    <a:ext uri="{9D8B030D-6E8A-4147-A177-3AD203B41FA5}">
                      <a16:colId xmlns:a16="http://schemas.microsoft.com/office/drawing/2014/main" val="362547716"/>
                    </a:ext>
                  </a:extLst>
                </a:gridCol>
                <a:gridCol w="661675">
                  <a:extLst>
                    <a:ext uri="{9D8B030D-6E8A-4147-A177-3AD203B41FA5}">
                      <a16:colId xmlns:a16="http://schemas.microsoft.com/office/drawing/2014/main" val="3320072908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244423785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2455511222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639726634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0138457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299186788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349266324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2762526136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388708356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1003307025"/>
                    </a:ext>
                  </a:extLst>
                </a:gridCol>
                <a:gridCol w="756365">
                  <a:extLst>
                    <a:ext uri="{9D8B030D-6E8A-4147-A177-3AD203B41FA5}">
                      <a16:colId xmlns:a16="http://schemas.microsoft.com/office/drawing/2014/main" val="37522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3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19..1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987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78491E-ECCA-3D31-D4F3-8B9F99803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395950"/>
              </p:ext>
            </p:extLst>
          </p:nvPr>
        </p:nvGraphicFramePr>
        <p:xfrm>
          <a:off x="1786826" y="2065430"/>
          <a:ext cx="8127996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58191492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2852627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45147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917857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3568034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0964176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7907122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7267131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0321764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99750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4015270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27123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C00000"/>
                          </a:solidFill>
                        </a:rPr>
                        <a:t>18.8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380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95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19.2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92259"/>
                  </a:ext>
                </a:extLst>
              </a:tr>
            </a:tbl>
          </a:graphicData>
        </a:graphic>
      </p:graphicFrame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3192692-B904-734E-5AC3-C09D3F40C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6120"/>
            <a:ext cx="10515600" cy="1988045"/>
          </a:xfrm>
        </p:spPr>
        <p:txBody>
          <a:bodyPr/>
          <a:lstStyle/>
          <a:p>
            <a:r>
              <a:rPr lang="en-GB" dirty="0"/>
              <a:t>Sum of ranks of model 1, </a:t>
            </a:r>
            <a:r>
              <a:rPr lang="en-GB" i="1" dirty="0">
                <a:solidFill>
                  <a:srgbClr val="C00000"/>
                </a:solidFill>
              </a:rPr>
              <a:t>T</a:t>
            </a:r>
            <a:r>
              <a:rPr lang="en-GB" baseline="-25000" dirty="0">
                <a:solidFill>
                  <a:srgbClr val="C00000"/>
                </a:solidFill>
              </a:rPr>
              <a:t>1</a:t>
            </a:r>
            <a:r>
              <a:rPr lang="en-GB" dirty="0">
                <a:solidFill>
                  <a:srgbClr val="C00000"/>
                </a:solidFill>
              </a:rPr>
              <a:t> = 205.5</a:t>
            </a:r>
          </a:p>
          <a:p>
            <a:r>
              <a:rPr lang="en-GB" dirty="0"/>
              <a:t>Sum of ranks of model 2, </a:t>
            </a:r>
            <a:r>
              <a:rPr lang="en-GB" i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GB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= 94.5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EBBFA-2120-D8DD-1753-7875A96E5794}"/>
              </a:ext>
            </a:extLst>
          </p:cNvPr>
          <p:cNvSpPr txBox="1"/>
          <p:nvPr/>
        </p:nvSpPr>
        <p:spPr>
          <a:xfrm>
            <a:off x="8659543" y="4972413"/>
            <a:ext cx="25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Check </a:t>
            </a:r>
            <a:r>
              <a:rPr lang="en-GB" i="1" dirty="0"/>
              <a:t>T</a:t>
            </a:r>
            <a:r>
              <a:rPr lang="en-GB" baseline="-25000" dirty="0"/>
              <a:t>1</a:t>
            </a:r>
            <a:r>
              <a:rPr lang="en-GB" dirty="0"/>
              <a:t> + </a:t>
            </a:r>
            <a:r>
              <a:rPr lang="en-GB" i="1" dirty="0"/>
              <a:t>T</a:t>
            </a:r>
            <a:r>
              <a:rPr lang="en-GB" baseline="-25000" dirty="0"/>
              <a:t>2</a:t>
            </a:r>
            <a:r>
              <a:rPr lang="en-GB" dirty="0"/>
              <a:t> = 300</a:t>
            </a:r>
          </a:p>
          <a:p>
            <a:r>
              <a:rPr lang="en-GB" i="1" dirty="0"/>
              <a:t>n(n+1)/2  </a:t>
            </a:r>
            <a:r>
              <a:rPr lang="en-GB" dirty="0"/>
              <a:t>for </a:t>
            </a:r>
            <a:r>
              <a:rPr lang="en-GB" i="1" dirty="0"/>
              <a:t>n</a:t>
            </a:r>
            <a:r>
              <a:rPr lang="en-GB" dirty="0"/>
              <a:t>=24 is 300</a:t>
            </a:r>
          </a:p>
        </p:txBody>
      </p:sp>
    </p:spTree>
    <p:extLst>
      <p:ext uri="{BB962C8B-B14F-4D97-AF65-F5344CB8AC3E}">
        <p14:creationId xmlns:p14="http://schemas.microsoft.com/office/powerpoint/2010/main" val="119639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Car mileages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/>
          <a:lstStyle/>
          <a:p>
            <a:r>
              <a:rPr lang="en-US" dirty="0"/>
              <a:t>Define hypotheses</a:t>
            </a:r>
          </a:p>
          <a:p>
            <a:r>
              <a:rPr lang="en-US" i="1" dirty="0"/>
              <a:t>H</a:t>
            </a:r>
            <a:r>
              <a:rPr lang="en-US" i="1" baseline="-25000" dirty="0"/>
              <a:t>0</a:t>
            </a:r>
          </a:p>
          <a:p>
            <a:r>
              <a:rPr lang="en-US" i="1" dirty="0"/>
              <a:t>H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</a:p>
          <a:p>
            <a:r>
              <a:rPr lang="en-US" dirty="0"/>
              <a:t>Combine the data and rank them</a:t>
            </a:r>
          </a:p>
          <a:p>
            <a:r>
              <a:rPr lang="en-US" dirty="0"/>
              <a:t>Sum ranks for samples 1 and 2 separately to get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Sign Test: Social media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Sign Test is used to test stated values of the median. </a:t>
            </a:r>
          </a:p>
          <a:p>
            <a:r>
              <a:rPr lang="en-US" dirty="0"/>
              <a:t>If the population can be assumed to be fairly symmetric about the mean then the test can be used to test values of the mean.</a:t>
            </a:r>
          </a:p>
          <a:p>
            <a:r>
              <a:rPr lang="en-US" dirty="0"/>
              <a:t>A magazine claims that teenagers engage with social media for no more than 20 hours per week. Data: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28" y="4318000"/>
            <a:ext cx="9027372" cy="15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1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Social media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population can be assumed fairly symmetric, then 50% of the population will be less than the median (mean), etc. </a:t>
            </a:r>
          </a:p>
          <a:p>
            <a:r>
              <a:rPr lang="en-US" dirty="0"/>
              <a:t>A one-sample test can be used to test the null hypothesis that the percentage of values above (or below) the mean is 50 </a:t>
            </a:r>
          </a:p>
          <a:p>
            <a:r>
              <a:rPr lang="en-US" dirty="0"/>
              <a:t>A sign is attached to each value in the sample </a:t>
            </a:r>
          </a:p>
          <a:p>
            <a:pPr lvl="1"/>
            <a:r>
              <a:rPr lang="en-US" dirty="0"/>
              <a:t>+ if the value is above the asserted value</a:t>
            </a:r>
          </a:p>
          <a:p>
            <a:pPr lvl="1"/>
            <a:r>
              <a:rPr lang="en-US" dirty="0"/>
              <a:t>− if the value is below </a:t>
            </a:r>
          </a:p>
          <a:p>
            <a:r>
              <a:rPr lang="en-US" dirty="0"/>
              <a:t>the sum of the rankings of positive deviations, V</a:t>
            </a:r>
            <a:r>
              <a:rPr lang="en-US" baseline="30000" dirty="0"/>
              <a:t>+</a:t>
            </a:r>
            <a:r>
              <a:rPr lang="en-US" dirty="0"/>
              <a:t> </a:t>
            </a:r>
          </a:p>
          <a:p>
            <a:r>
              <a:rPr lang="en-US" dirty="0"/>
              <a:t>the sum of the rankings of negative deviations, V</a:t>
            </a:r>
            <a:r>
              <a:rPr lang="en-US" baseline="30000" dirty="0"/>
              <a:t>−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6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6E72E-795B-D54A-B23D-ECB351FE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E539A-821B-E241-AC85-096E52AE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B85FE-B36E-834D-B87C-93064D6F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2EAA1-724D-374F-A6C4-D2937E80D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6" y="272890"/>
            <a:ext cx="9027372" cy="15541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849121-0393-C77C-6053-0C5EDBEAA7B4}"/>
              </a:ext>
            </a:extLst>
          </p:cNvPr>
          <p:cNvSpPr txBox="1"/>
          <p:nvPr/>
        </p:nvSpPr>
        <p:spPr>
          <a:xfrm>
            <a:off x="8825023" y="2043618"/>
            <a:ext cx="1522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25 data points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DE6306-5A9D-DB89-F692-F3CC599EF39E}"/>
              </a:ext>
            </a:extLst>
          </p:cNvPr>
          <p:cNvSpPr/>
          <p:nvPr/>
        </p:nvSpPr>
        <p:spPr>
          <a:xfrm>
            <a:off x="7035715" y="421421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79DCFF-C5A0-D406-EFED-9E598570B55E}"/>
              </a:ext>
            </a:extLst>
          </p:cNvPr>
          <p:cNvSpPr/>
          <p:nvPr/>
        </p:nvSpPr>
        <p:spPr>
          <a:xfrm>
            <a:off x="1622932" y="433488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635DB-953E-4F60-7A87-3BFC38CB4C39}"/>
              </a:ext>
            </a:extLst>
          </p:cNvPr>
          <p:cNvSpPr/>
          <p:nvPr/>
        </p:nvSpPr>
        <p:spPr>
          <a:xfrm>
            <a:off x="2487713" y="421420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3BFD8C-5308-05EB-DCF2-D0D3C739B04B}"/>
              </a:ext>
            </a:extLst>
          </p:cNvPr>
          <p:cNvSpPr/>
          <p:nvPr/>
        </p:nvSpPr>
        <p:spPr>
          <a:xfrm>
            <a:off x="4329323" y="434921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896BFE-6AE0-FD81-5DAF-87B7B84FFDCF}"/>
              </a:ext>
            </a:extLst>
          </p:cNvPr>
          <p:cNvSpPr/>
          <p:nvPr/>
        </p:nvSpPr>
        <p:spPr>
          <a:xfrm>
            <a:off x="7945030" y="424288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532-C9FC-98BC-DAF7-82FB4332A1F7}"/>
              </a:ext>
            </a:extLst>
          </p:cNvPr>
          <p:cNvSpPr/>
          <p:nvPr/>
        </p:nvSpPr>
        <p:spPr>
          <a:xfrm>
            <a:off x="2487713" y="784360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FF40DB-1522-1934-EF16-104631A89048}"/>
              </a:ext>
            </a:extLst>
          </p:cNvPr>
          <p:cNvSpPr/>
          <p:nvPr/>
        </p:nvSpPr>
        <p:spPr>
          <a:xfrm>
            <a:off x="3451732" y="763097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173CDA-A18A-4A1A-1155-BE05F19C06A4}"/>
              </a:ext>
            </a:extLst>
          </p:cNvPr>
          <p:cNvSpPr/>
          <p:nvPr/>
        </p:nvSpPr>
        <p:spPr>
          <a:xfrm>
            <a:off x="2487713" y="1140458"/>
            <a:ext cx="586868" cy="329609"/>
          </a:xfrm>
          <a:prstGeom prst="rect">
            <a:avLst/>
          </a:prstGeom>
          <a:solidFill>
            <a:srgbClr val="C00000">
              <a:alpha val="4953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1F508CE3-3C38-4881-F7FE-C15795FA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54" y="2412950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8 are below 20</a:t>
            </a:r>
            <a:br>
              <a:rPr lang="en-GB" dirty="0"/>
            </a:br>
            <a:r>
              <a:rPr lang="en-GB" dirty="0"/>
              <a:t>17 are above 20</a:t>
            </a:r>
          </a:p>
          <a:p>
            <a:r>
              <a:rPr lang="en-GB" dirty="0"/>
              <a:t>Calculate the probability of the extreme outcome: P(8/25) = 0.032</a:t>
            </a:r>
            <a:br>
              <a:rPr lang="en-GB" dirty="0"/>
            </a:br>
            <a:r>
              <a:rPr lang="en-GB" dirty="0"/>
              <a:t>However we need to add the more extreme outcomes: P(7/25), P(6/25) … P(0/25)</a:t>
            </a:r>
          </a:p>
          <a:p>
            <a:r>
              <a:rPr lang="en-US" dirty="0"/>
              <a:t>P ( ≤ 8 from 25 trials) = 0.054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940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0763-CB01-8657-8A77-793490FD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Spearman’s Rank Correlation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1F88F-6458-B919-DEFD-33ACF7DEAF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7572153" cy="4383789"/>
              </a:xfrm>
            </p:spPr>
            <p:txBody>
              <a:bodyPr/>
              <a:lstStyle/>
              <a:p>
                <a:r>
                  <a:rPr lang="en-US" dirty="0"/>
                  <a:t>Some similarity to Pearson’s Correlation</a:t>
                </a:r>
              </a:p>
              <a:p>
                <a:r>
                  <a:rPr lang="en-US" dirty="0"/>
                  <a:t>Coefficient </a:t>
                </a:r>
                <a:r>
                  <a:rPr lang="en-US" dirty="0" err="1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r</a:t>
                </a:r>
                <a:r>
                  <a:rPr lang="en-US" baseline="-25000" dirty="0" err="1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s</a:t>
                </a: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 → 1 </a:t>
                </a:r>
                <a:r>
                  <a:rPr lang="en-US" dirty="0"/>
                  <a:t>for a direct relationship</a:t>
                </a:r>
              </a:p>
              <a:p>
                <a:pPr lvl="1"/>
                <a:r>
                  <a:rPr lang="en-US" dirty="0" err="1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r</a:t>
                </a:r>
                <a:r>
                  <a:rPr lang="en-US" baseline="-25000" dirty="0" err="1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s</a:t>
                </a: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 → -1 </a:t>
                </a:r>
                <a:r>
                  <a:rPr lang="en-US" dirty="0"/>
                  <a:t>for an </a:t>
                </a:r>
                <a:r>
                  <a:rPr lang="en-US" i="1" dirty="0"/>
                  <a:t>inverse</a:t>
                </a:r>
                <a:r>
                  <a:rPr lang="en-US" dirty="0"/>
                  <a:t> relationship</a:t>
                </a:r>
              </a:p>
              <a:p>
                <a:r>
                  <a:rPr lang="en-US" dirty="0"/>
                  <a:t>It does </a:t>
                </a:r>
                <a:r>
                  <a:rPr lang="en-US" b="1" dirty="0">
                    <a:solidFill>
                      <a:srgbClr val="C00000"/>
                    </a:solidFill>
                  </a:rPr>
                  <a:t>not</a:t>
                </a:r>
                <a:r>
                  <a:rPr lang="en-US" dirty="0"/>
                  <a:t> test for linearity, only for similarity in rank or ordering</a:t>
                </a:r>
                <a:br>
                  <a:rPr lang="en-US" dirty="0"/>
                </a:br>
                <a:r>
                  <a:rPr lang="en-US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=1 −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1F88F-6458-B919-DEFD-33ACF7DEAF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7572153" cy="4383789"/>
              </a:xfrm>
              <a:blipFill>
                <a:blip r:embed="rId2"/>
                <a:stretch>
                  <a:fillRect l="-1338" t="-2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23604-AE4C-E535-F896-C5A1BDC1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3304F-BD1B-6466-C80E-2FBCEF2B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8DB35-7EC4-2BA5-67EC-ED59B135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057A4-F156-A823-87FC-AEC8022C85F2}"/>
              </a:ext>
            </a:extLst>
          </p:cNvPr>
          <p:cNvSpPr txBox="1"/>
          <p:nvPr/>
        </p:nvSpPr>
        <p:spPr>
          <a:xfrm>
            <a:off x="5612440" y="5313385"/>
            <a:ext cx="6243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Some examples of distributions and their </a:t>
            </a:r>
            <a:r>
              <a:rPr lang="en-GB" dirty="0" err="1"/>
              <a:t>r</a:t>
            </a:r>
            <a:r>
              <a:rPr lang="en-GB" baseline="-25000" dirty="0" err="1"/>
              <a:t>S</a:t>
            </a:r>
            <a:r>
              <a:rPr lang="en-GB" dirty="0"/>
              <a:t> values are shown at:</a:t>
            </a:r>
            <a:br>
              <a:rPr lang="en-GB" dirty="0"/>
            </a:br>
            <a:r>
              <a:rPr lang="en-GB" dirty="0">
                <a:hlinkClick r:id="rId3"/>
              </a:rPr>
              <a:t>https://www.nagwa.com/en/explainers/412129796494/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717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42ED-D412-B927-7C7A-1C8E3CBB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Alternatives to one-way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695DC-CF10-208F-9C40-8E158F494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may need these if the data are not normal or the variances are unequal.</a:t>
            </a:r>
          </a:p>
          <a:p>
            <a:pPr lvl="1"/>
            <a:r>
              <a:rPr lang="en-US" dirty="0"/>
              <a:t>See interesting discussion at: </a:t>
            </a:r>
            <a:r>
              <a:rPr lang="en-US" dirty="0">
                <a:hlinkClick r:id="rId2"/>
              </a:rPr>
              <a:t>https://stats.stackexchange.com/questions/91872/alternatives-to-one-way-</a:t>
            </a:r>
            <a:r>
              <a:rPr lang="en-US" dirty="0" err="1">
                <a:hlinkClick r:id="rId2"/>
              </a:rPr>
              <a:t>anova</a:t>
            </a:r>
            <a:r>
              <a:rPr lang="en-US" dirty="0">
                <a:hlinkClick r:id="rId2"/>
              </a:rPr>
              <a:t>-for-heteroskedastic-data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A41E2-16F4-78E6-C03A-6F3B1F7C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919B-2AF6-77AA-018B-CAE969C9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288AD-E65A-F5E7-D9E2-26935940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3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1276-D607-CA4F-9407-EE025B06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Kruskal Wallis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9960-E676-2A44-A99F-5F6C8F0D6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Analogue of ANOVA parametric test</a:t>
            </a:r>
          </a:p>
          <a:p>
            <a:r>
              <a:rPr lang="en-US" dirty="0"/>
              <a:t>Determines whether three or more groups have the same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medians</a:t>
            </a:r>
          </a:p>
          <a:p>
            <a:r>
              <a:rPr lang="en-US" dirty="0"/>
              <a:t>Assumptions:</a:t>
            </a:r>
          </a:p>
          <a:p>
            <a:pPr lvl="1"/>
            <a:r>
              <a:rPr lang="en-GB" dirty="0"/>
              <a:t>observations in the data set are independent of each other</a:t>
            </a:r>
          </a:p>
          <a:p>
            <a:pPr lvl="1"/>
            <a:r>
              <a:rPr lang="en-GB" dirty="0"/>
              <a:t>the distributions of the population are not </a:t>
            </a:r>
            <a:r>
              <a:rPr lang="en-GB" i="1" dirty="0"/>
              <a:t>necessarily</a:t>
            </a:r>
            <a:r>
              <a:rPr lang="en-GB" dirty="0"/>
              <a:t> normal</a:t>
            </a:r>
          </a:p>
          <a:p>
            <a:pPr lvl="1"/>
            <a:r>
              <a:rPr lang="en-GB" dirty="0"/>
              <a:t>variances should not be </a:t>
            </a:r>
            <a:r>
              <a:rPr lang="en-GB" i="1" dirty="0"/>
              <a:t>necessarily</a:t>
            </a:r>
            <a:r>
              <a:rPr lang="en-GB" dirty="0"/>
              <a:t> equal</a:t>
            </a:r>
          </a:p>
          <a:p>
            <a:pPr lvl="1"/>
            <a:r>
              <a:rPr lang="en-GB" dirty="0"/>
              <a:t>observations must be drawn from the population by random sampling</a:t>
            </a:r>
          </a:p>
          <a:p>
            <a:r>
              <a:rPr lang="en-GB" dirty="0"/>
              <a:t>The sample sizes in the Kruskal-Wallis test should be as equal as possible, but some differences are allowed</a:t>
            </a:r>
          </a:p>
          <a:p>
            <a:r>
              <a:rPr lang="en-GB" dirty="0"/>
              <a:t>Data from </a:t>
            </a:r>
            <a:r>
              <a:rPr lang="en-GB" i="1" dirty="0"/>
              <a:t>k</a:t>
            </a:r>
            <a:r>
              <a:rPr lang="en-GB" dirty="0"/>
              <a:t> groups are ordered and ranks assigned</a:t>
            </a:r>
          </a:p>
          <a:p>
            <a:r>
              <a:rPr lang="en-GB" dirty="0"/>
              <a:t>Average ranks of groups are compared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A170-DAE6-B346-BE2F-C446062B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8D7D5-F52D-8046-BE94-9218621A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25AE-9E6F-8848-8BA8-C59C87ED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64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112A-DA8D-524E-B8F6-D06315C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Summary: How to choose your test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B9CE8D9-EADF-0A4B-A81C-9EC17AB7CD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35640"/>
              </p:ext>
            </p:extLst>
          </p:nvPr>
        </p:nvGraphicFramePr>
        <p:xfrm>
          <a:off x="838200" y="1825624"/>
          <a:ext cx="9595585" cy="253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447">
                  <a:extLst>
                    <a:ext uri="{9D8B030D-6E8A-4147-A177-3AD203B41FA5}">
                      <a16:colId xmlns:a16="http://schemas.microsoft.com/office/drawing/2014/main" val="2330100336"/>
                    </a:ext>
                  </a:extLst>
                </a:gridCol>
                <a:gridCol w="4678138">
                  <a:extLst>
                    <a:ext uri="{9D8B030D-6E8A-4147-A177-3AD203B41FA5}">
                      <a16:colId xmlns:a16="http://schemas.microsoft.com/office/drawing/2014/main" val="3108465815"/>
                    </a:ext>
                  </a:extLst>
                </a:gridCol>
              </a:tblGrid>
              <a:tr h="506924">
                <a:tc>
                  <a:txBody>
                    <a:bodyPr/>
                    <a:lstStyle/>
                    <a:p>
                      <a:r>
                        <a:rPr lang="en-US" dirty="0"/>
                        <a:t>Parametric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Non-Parametric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079211"/>
                  </a:ext>
                </a:extLst>
              </a:tr>
              <a:tr h="506924">
                <a:tc>
                  <a:txBody>
                    <a:bodyPr/>
                    <a:lstStyle/>
                    <a:p>
                      <a:r>
                        <a:rPr lang="en-US" dirty="0"/>
                        <a:t>Paired 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Wilcoxon Rank sum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986453"/>
                  </a:ext>
                </a:extLst>
              </a:tr>
              <a:tr h="506924">
                <a:tc>
                  <a:txBody>
                    <a:bodyPr/>
                    <a:lstStyle/>
                    <a:p>
                      <a:r>
                        <a:rPr lang="en-US" dirty="0"/>
                        <a:t>Unpaired 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Two-sample Wilcoxon (Mann-Whitney)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11176"/>
                  </a:ext>
                </a:extLst>
              </a:tr>
              <a:tr h="506924">
                <a:tc>
                  <a:txBody>
                    <a:bodyPr/>
                    <a:lstStyle/>
                    <a:p>
                      <a:r>
                        <a:rPr lang="en-US" dirty="0"/>
                        <a:t>Pearson Correlation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Spearman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42137"/>
                  </a:ext>
                </a:extLst>
              </a:tr>
              <a:tr h="506924">
                <a:tc>
                  <a:txBody>
                    <a:bodyPr/>
                    <a:lstStyle/>
                    <a:p>
                      <a:r>
                        <a:rPr lang="en-US" dirty="0"/>
                        <a:t>One-way analysis of variance  (ANOVA)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Kruskal Wallis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44431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EFF67-DA9A-8E4A-9A81-0308F561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18 November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94C7-DB1B-5949-8034-94D371CB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56BA-848E-FB41-8F89-E6D7557C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6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3" ma:contentTypeDescription="Create a new document." ma:contentTypeScope="" ma:versionID="33fc6515652418c243b3712e19956423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027220f8c7068a4a249124eb1599678e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E7B74E-F193-4B71-A420-77626ED3FBDC}"/>
</file>

<file path=customXml/itemProps2.xml><?xml version="1.0" encoding="utf-8"?>
<ds:datastoreItem xmlns:ds="http://schemas.openxmlformats.org/officeDocument/2006/customXml" ds:itemID="{935EF453-2420-416D-8475-125C5CFC5F8A}"/>
</file>

<file path=customXml/itemProps3.xml><?xml version="1.0" encoding="utf-8"?>
<ds:datastoreItem xmlns:ds="http://schemas.openxmlformats.org/officeDocument/2006/customXml" ds:itemID="{A12B20E3-DD09-44DD-ADBF-72192B1CF025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4357</TotalTime>
  <Words>1378</Words>
  <Application>Microsoft Macintosh PowerPoint</Application>
  <PresentationFormat>Widescreen</PresentationFormat>
  <Paragraphs>350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American Typewriter</vt:lpstr>
      <vt:lpstr>Arial</vt:lpstr>
      <vt:lpstr>Calibri</vt:lpstr>
      <vt:lpstr>Calibri Light</vt:lpstr>
      <vt:lpstr>Cambria Math</vt:lpstr>
      <vt:lpstr>Courier</vt:lpstr>
      <vt:lpstr>Simplified Arabic Fixed</vt:lpstr>
      <vt:lpstr>Office Theme</vt:lpstr>
      <vt:lpstr>Further non-parametric tests</vt:lpstr>
      <vt:lpstr>Outline</vt:lpstr>
      <vt:lpstr>Recap </vt:lpstr>
      <vt:lpstr>Wilcoxon signed rank test: Cola example</vt:lpstr>
      <vt:lpstr>Cola example cont.</vt:lpstr>
      <vt:lpstr>Cola example cont.</vt:lpstr>
      <vt:lpstr>Normal approximation</vt:lpstr>
      <vt:lpstr>Two-sample Wilcoxon test: Car mileages</vt:lpstr>
      <vt:lpstr>PowerPoint Presentation</vt:lpstr>
      <vt:lpstr>Car mileages cont.</vt:lpstr>
      <vt:lpstr>Sign Test: Social media habits</vt:lpstr>
      <vt:lpstr>Social media cont.</vt:lpstr>
      <vt:lpstr>PowerPoint Presentation</vt:lpstr>
      <vt:lpstr>Spearman’s Rank Correlation Coefficient</vt:lpstr>
      <vt:lpstr>Alternatives to one-way ANOVA</vt:lpstr>
      <vt:lpstr>Kruskal Wallis Test</vt:lpstr>
      <vt:lpstr>Summary: How to choose your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non-parametric tests</dc:title>
  <dc:creator>Lee Barnby</dc:creator>
  <cp:lastModifiedBy>Lee Barnby</cp:lastModifiedBy>
  <cp:revision>24</cp:revision>
  <dcterms:created xsi:type="dcterms:W3CDTF">2017-11-17T21:04:36Z</dcterms:created>
  <dcterms:modified xsi:type="dcterms:W3CDTF">2024-11-18T13:53:35Z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